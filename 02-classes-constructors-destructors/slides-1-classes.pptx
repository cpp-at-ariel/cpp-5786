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core0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officedocument/2006/relationships/metadata/core-properties" Target="docProps/core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6858000" type="screen4x3"/>
  <p:notesSz cx="7099300" cy="10234613"/>
  <p:defaultTextStyle>
    <a:defPPr>
      <a:defRPr lang="he-I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90" d="100"/>
          <a:sy n="90" d="100"/>
        </p:scale>
        <p:origin x="1219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107000" y="812520"/>
            <a:ext cx="5345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 rtl="1"/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move the slide</a:t>
            </a:r>
          </a:p>
        </p:txBody>
      </p:sp>
      <p:sp>
        <p:nvSpPr>
          <p:cNvPr id="5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16000" indent="-21600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</a:p>
        </p:txBody>
      </p:sp>
      <p:sp>
        <p:nvSpPr>
          <p:cNvPr id="5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</a:p>
        </p:txBody>
      </p:sp>
      <p:sp>
        <p:nvSpPr>
          <p:cNvPr id="55" name="PlaceHolder 4"/>
          <p:cNvSpPr>
            <a:spLocks noGrp="1"/>
          </p:cNvSpPr>
          <p:nvPr>
            <p:ph type="dt" idx="16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</a:p>
        </p:txBody>
      </p:sp>
      <p:sp>
        <p:nvSpPr>
          <p:cNvPr id="56" name="PlaceHolder 5"/>
          <p:cNvSpPr>
            <a:spLocks noGrp="1"/>
          </p:cNvSpPr>
          <p:nvPr>
            <p:ph type="ftr" idx="17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57" name="PlaceHolder 6"/>
          <p:cNvSpPr>
            <a:spLocks noGrp="1"/>
          </p:cNvSpPr>
          <p:nvPr>
            <p:ph type="sldNum" idx="18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80D7BA31-6D77-4B95-81A8-E54243F7D0B4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‹#›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Text Box 1"/>
          <p:cNvSpPr/>
          <p:nvPr/>
        </p:nvSpPr>
        <p:spPr>
          <a:xfrm>
            <a:off x="2219400" y="776160"/>
            <a:ext cx="2661840" cy="383832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PlaceHolder 1"/>
          <p:cNvSpPr>
            <a:spLocks noGrp="1"/>
          </p:cNvSpPr>
          <p:nvPr>
            <p:ph type="body"/>
          </p:nvPr>
        </p:nvSpPr>
        <p:spPr>
          <a:xfrm>
            <a:off x="709560" y="4862520"/>
            <a:ext cx="5678280" cy="4603320"/>
          </a:xfrm>
          <a:prstGeom prst="rect">
            <a:avLst/>
          </a:prstGeom>
          <a:noFill/>
          <a:ln w="9360">
            <a:noFill/>
          </a:ln>
        </p:spPr>
        <p:txBody>
          <a:bodyPr lIns="96840" tIns="48240" rIns="96840" bIns="48240" anchor="ctr">
            <a:noAutofit/>
          </a:bodyPr>
          <a:lstStyle/>
          <a:p>
            <a:pPr marL="216000" indent="-21600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990720" y="768240"/>
            <a:ext cx="5117760" cy="3838320"/>
          </a:xfrm>
          <a:prstGeom prst="rect">
            <a:avLst/>
          </a:prstGeom>
          <a:ln w="0">
            <a:noFill/>
          </a:ln>
        </p:spPr>
      </p:sp>
      <p:sp>
        <p:nvSpPr>
          <p:cNvPr id="116" name="PlaceHolder 2"/>
          <p:cNvSpPr>
            <a:spLocks noGrp="1"/>
          </p:cNvSpPr>
          <p:nvPr>
            <p:ph type="body"/>
          </p:nvPr>
        </p:nvSpPr>
        <p:spPr>
          <a:xfrm>
            <a:off x="946080" y="4862520"/>
            <a:ext cx="5206680" cy="4603320"/>
          </a:xfrm>
          <a:prstGeom prst="rect">
            <a:avLst/>
          </a:prstGeom>
          <a:noFill/>
          <a:ln w="9360">
            <a:noFill/>
          </a:ln>
        </p:spPr>
        <p:txBody>
          <a:bodyPr lIns="96840" tIns="48240" rIns="96840" bIns="48240" anchor="t">
            <a:normAutofit/>
          </a:bodyPr>
          <a:lstStyle/>
          <a:p>
            <a:pPr marL="216000" indent="-21600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PlaceHolder 3"/>
          <p:cNvSpPr>
            <a:spLocks noGrp="1"/>
          </p:cNvSpPr>
          <p:nvPr>
            <p:ph type="sldNum" idx="30"/>
          </p:nvPr>
        </p:nvSpPr>
        <p:spPr>
          <a:xfrm>
            <a:off x="4022640" y="9723600"/>
            <a:ext cx="3076200" cy="510840"/>
          </a:xfrm>
          <a:prstGeom prst="rect">
            <a:avLst/>
          </a:prstGeom>
          <a:noFill/>
          <a:ln w="9360">
            <a:noFill/>
          </a:ln>
        </p:spPr>
        <p:txBody>
          <a:bodyPr lIns="96840" tIns="48240" rIns="96840" bIns="48240" anchor="b">
            <a:noAutofit/>
          </a:bodyPr>
          <a:lstStyle>
            <a:lvl1pPr indent="0" algn="r" rtl="1">
              <a:lnSpc>
                <a:spcPct val="100000"/>
              </a:lnSpc>
              <a:buNone/>
              <a:defRPr lang="en-US" sz="13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+mn-ea"/>
              </a:defRPr>
            </a:lvl1pPr>
          </a:lstStyle>
          <a:p>
            <a:pPr indent="0" algn="r" rtl="1">
              <a:lnSpc>
                <a:spcPct val="100000"/>
              </a:lnSpc>
              <a:buNone/>
            </a:pPr>
            <a:fld id="{7350BA3F-19F4-4DC6-8288-8044C89F065A}" type="slidenum"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+mn-ea"/>
              </a:rPr>
              <a:t>3</a:t>
            </a:fld>
            <a:endParaRPr lang="en-US" sz="13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990720" y="768240"/>
            <a:ext cx="5117760" cy="3838320"/>
          </a:xfrm>
          <a:prstGeom prst="rect">
            <a:avLst/>
          </a:prstGeom>
          <a:ln w="0">
            <a:noFill/>
          </a:ln>
        </p:spPr>
      </p:sp>
      <p:sp>
        <p:nvSpPr>
          <p:cNvPr id="119" name="PlaceHolder 2"/>
          <p:cNvSpPr>
            <a:spLocks noGrp="1"/>
          </p:cNvSpPr>
          <p:nvPr>
            <p:ph type="body"/>
          </p:nvPr>
        </p:nvSpPr>
        <p:spPr>
          <a:xfrm>
            <a:off x="946080" y="4862520"/>
            <a:ext cx="5206680" cy="4603320"/>
          </a:xfrm>
          <a:prstGeom prst="rect">
            <a:avLst/>
          </a:prstGeom>
          <a:noFill/>
          <a:ln w="9360">
            <a:noFill/>
          </a:ln>
        </p:spPr>
        <p:txBody>
          <a:bodyPr lIns="96840" tIns="48240" rIns="96840" bIns="48240" anchor="t">
            <a:normAutofit/>
          </a:bodyPr>
          <a:lstStyle/>
          <a:p>
            <a:pPr marL="216000" indent="-21600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PlaceHolder 3"/>
          <p:cNvSpPr>
            <a:spLocks noGrp="1"/>
          </p:cNvSpPr>
          <p:nvPr>
            <p:ph type="sldNum" idx="31"/>
          </p:nvPr>
        </p:nvSpPr>
        <p:spPr>
          <a:xfrm>
            <a:off x="4022640" y="9723600"/>
            <a:ext cx="3076200" cy="510840"/>
          </a:xfrm>
          <a:prstGeom prst="rect">
            <a:avLst/>
          </a:prstGeom>
          <a:noFill/>
          <a:ln w="9360">
            <a:noFill/>
          </a:ln>
        </p:spPr>
        <p:txBody>
          <a:bodyPr lIns="96840" tIns="48240" rIns="96840" bIns="48240" anchor="b">
            <a:noAutofit/>
          </a:bodyPr>
          <a:lstStyle>
            <a:lvl1pPr indent="0" algn="r" rtl="1">
              <a:lnSpc>
                <a:spcPct val="100000"/>
              </a:lnSpc>
              <a:buNone/>
              <a:defRPr lang="en-US" sz="13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+mn-ea"/>
              </a:defRPr>
            </a:lvl1pPr>
          </a:lstStyle>
          <a:p>
            <a:pPr indent="0" algn="r" rtl="1">
              <a:lnSpc>
                <a:spcPct val="100000"/>
              </a:lnSpc>
              <a:buNone/>
            </a:pPr>
            <a:fld id="{1B9D77C6-4DD4-41E6-83D8-7F48456D75EF}" type="slidenum"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+mn-ea"/>
              </a:rPr>
              <a:t>4</a:t>
            </a:fld>
            <a:endParaRPr lang="en-US" sz="13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Text Box 1"/>
          <p:cNvSpPr/>
          <p:nvPr/>
        </p:nvSpPr>
        <p:spPr>
          <a:xfrm>
            <a:off x="2219400" y="776160"/>
            <a:ext cx="2661840" cy="383832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PlaceHolder 1"/>
          <p:cNvSpPr>
            <a:spLocks noGrp="1"/>
          </p:cNvSpPr>
          <p:nvPr>
            <p:ph type="body"/>
          </p:nvPr>
        </p:nvSpPr>
        <p:spPr>
          <a:xfrm>
            <a:off x="709560" y="4862520"/>
            <a:ext cx="5678280" cy="4603320"/>
          </a:xfrm>
          <a:prstGeom prst="rect">
            <a:avLst/>
          </a:prstGeom>
          <a:noFill/>
          <a:ln w="9360">
            <a:noFill/>
          </a:ln>
        </p:spPr>
        <p:txBody>
          <a:bodyPr lIns="96840" tIns="48240" rIns="96840" bIns="48240" anchor="ctr">
            <a:noAutofit/>
          </a:bodyPr>
          <a:lstStyle/>
          <a:p>
            <a:pPr marL="216000" indent="-21600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990720" y="768240"/>
            <a:ext cx="5117760" cy="3838320"/>
          </a:xfrm>
          <a:prstGeom prst="rect">
            <a:avLst/>
          </a:prstGeom>
          <a:ln w="0">
            <a:noFill/>
          </a:ln>
        </p:spPr>
      </p:sp>
      <p:sp>
        <p:nvSpPr>
          <p:cNvPr id="124" name="PlaceHolder 2"/>
          <p:cNvSpPr>
            <a:spLocks noGrp="1"/>
          </p:cNvSpPr>
          <p:nvPr>
            <p:ph type="body"/>
          </p:nvPr>
        </p:nvSpPr>
        <p:spPr>
          <a:xfrm>
            <a:off x="946080" y="4862520"/>
            <a:ext cx="5206680" cy="4603320"/>
          </a:xfrm>
          <a:prstGeom prst="rect">
            <a:avLst/>
          </a:prstGeom>
          <a:noFill/>
          <a:ln w="9360">
            <a:noFill/>
          </a:ln>
        </p:spPr>
        <p:txBody>
          <a:bodyPr lIns="96840" tIns="48240" rIns="96840" bIns="48240" anchor="t">
            <a:normAutofit/>
          </a:bodyPr>
          <a:lstStyle/>
          <a:p>
            <a:pPr marL="216000" indent="-216000">
              <a:buNone/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Note: private members are part of the interface file (because they appear at the h file, not on purpose) 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PlaceHolder 3"/>
          <p:cNvSpPr>
            <a:spLocks noGrp="1"/>
          </p:cNvSpPr>
          <p:nvPr>
            <p:ph type="sldNum" idx="32"/>
          </p:nvPr>
        </p:nvSpPr>
        <p:spPr>
          <a:xfrm>
            <a:off x="4022640" y="9723600"/>
            <a:ext cx="3076200" cy="510840"/>
          </a:xfrm>
          <a:prstGeom prst="rect">
            <a:avLst/>
          </a:prstGeom>
          <a:noFill/>
          <a:ln w="9360">
            <a:noFill/>
          </a:ln>
        </p:spPr>
        <p:txBody>
          <a:bodyPr lIns="96840" tIns="48240" rIns="96840" bIns="48240" anchor="b">
            <a:noAutofit/>
          </a:bodyPr>
          <a:lstStyle>
            <a:lvl1pPr indent="0" algn="r" rtl="1">
              <a:lnSpc>
                <a:spcPct val="100000"/>
              </a:lnSpc>
              <a:buNone/>
              <a:defRPr lang="en-US" sz="13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+mn-ea"/>
              </a:defRPr>
            </a:lvl1pPr>
          </a:lstStyle>
          <a:p>
            <a:pPr indent="0" algn="r" rtl="1">
              <a:lnSpc>
                <a:spcPct val="100000"/>
              </a:lnSpc>
              <a:buNone/>
            </a:pPr>
            <a:fld id="{1B606263-B798-4478-A755-EFEF789F52D9}" type="slidenum"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+mn-ea"/>
              </a:rPr>
              <a:t>6</a:t>
            </a:fld>
            <a:endParaRPr lang="en-US" sz="13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990720" y="768240"/>
            <a:ext cx="5117760" cy="3838320"/>
          </a:xfrm>
          <a:prstGeom prst="rect">
            <a:avLst/>
          </a:prstGeom>
          <a:ln w="0">
            <a:noFill/>
          </a:ln>
        </p:spPr>
      </p:sp>
      <p:sp>
        <p:nvSpPr>
          <p:cNvPr id="127" name="PlaceHolder 2"/>
          <p:cNvSpPr>
            <a:spLocks noGrp="1"/>
          </p:cNvSpPr>
          <p:nvPr>
            <p:ph type="body"/>
          </p:nvPr>
        </p:nvSpPr>
        <p:spPr>
          <a:xfrm>
            <a:off x="946080" y="4862520"/>
            <a:ext cx="5206680" cy="4603320"/>
          </a:xfrm>
          <a:prstGeom prst="rect">
            <a:avLst/>
          </a:prstGeom>
          <a:noFill/>
          <a:ln w="9360">
            <a:noFill/>
          </a:ln>
        </p:spPr>
        <p:txBody>
          <a:bodyPr lIns="96840" tIns="48240" rIns="96840" bIns="48240" anchor="t">
            <a:normAutofit/>
          </a:bodyPr>
          <a:lstStyle/>
          <a:p>
            <a:pPr marL="216000" indent="-216000">
              <a:buNone/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Note: private members are part of the interface file (because they appear at the h file, not on purpose) 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PlaceHolder 3"/>
          <p:cNvSpPr>
            <a:spLocks noGrp="1"/>
          </p:cNvSpPr>
          <p:nvPr>
            <p:ph type="sldNum" idx="33"/>
          </p:nvPr>
        </p:nvSpPr>
        <p:spPr>
          <a:xfrm>
            <a:off x="4022640" y="9723600"/>
            <a:ext cx="3076200" cy="510840"/>
          </a:xfrm>
          <a:prstGeom prst="rect">
            <a:avLst/>
          </a:prstGeom>
          <a:noFill/>
          <a:ln w="9360">
            <a:noFill/>
          </a:ln>
        </p:spPr>
        <p:txBody>
          <a:bodyPr lIns="96840" tIns="48240" rIns="96840" bIns="48240" anchor="b">
            <a:noAutofit/>
          </a:bodyPr>
          <a:lstStyle>
            <a:lvl1pPr indent="0" algn="r" rtl="1">
              <a:lnSpc>
                <a:spcPct val="100000"/>
              </a:lnSpc>
              <a:buNone/>
              <a:defRPr lang="en-US" sz="13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+mn-ea"/>
              </a:defRPr>
            </a:lvl1pPr>
          </a:lstStyle>
          <a:p>
            <a:pPr indent="0" algn="r" rtl="1">
              <a:lnSpc>
                <a:spcPct val="100000"/>
              </a:lnSpc>
              <a:buNone/>
            </a:pPr>
            <a:fld id="{9E58EC83-E8D5-4785-9B48-2865D6548CE0}" type="slidenum"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+mn-ea"/>
              </a:rPr>
              <a:t>7</a:t>
            </a:fld>
            <a:endParaRPr lang="en-US" sz="13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990720" y="768240"/>
            <a:ext cx="5117760" cy="3838320"/>
          </a:xfrm>
          <a:prstGeom prst="rect">
            <a:avLst/>
          </a:prstGeom>
          <a:ln w="0">
            <a:noFill/>
          </a:ln>
        </p:spPr>
      </p:sp>
      <p:sp>
        <p:nvSpPr>
          <p:cNvPr id="130" name="PlaceHolder 2"/>
          <p:cNvSpPr>
            <a:spLocks noGrp="1"/>
          </p:cNvSpPr>
          <p:nvPr>
            <p:ph type="body"/>
          </p:nvPr>
        </p:nvSpPr>
        <p:spPr>
          <a:xfrm>
            <a:off x="946080" y="4862520"/>
            <a:ext cx="5206680" cy="4603320"/>
          </a:xfrm>
          <a:prstGeom prst="rect">
            <a:avLst/>
          </a:prstGeom>
          <a:noFill/>
          <a:ln w="9360">
            <a:noFill/>
          </a:ln>
        </p:spPr>
        <p:txBody>
          <a:bodyPr lIns="96840" tIns="48240" rIns="96840" bIns="48240" anchor="t">
            <a:normAutofit/>
          </a:bodyPr>
          <a:lstStyle/>
          <a:p>
            <a:pPr marL="216000" indent="-216000">
              <a:buNone/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Note: private members are part of the interface file (because they appear at the h file, not on purpose) 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PlaceHolder 3"/>
          <p:cNvSpPr>
            <a:spLocks noGrp="1"/>
          </p:cNvSpPr>
          <p:nvPr>
            <p:ph type="sldNum" idx="34"/>
          </p:nvPr>
        </p:nvSpPr>
        <p:spPr>
          <a:xfrm>
            <a:off x="4022640" y="9723600"/>
            <a:ext cx="3076200" cy="510840"/>
          </a:xfrm>
          <a:prstGeom prst="rect">
            <a:avLst/>
          </a:prstGeom>
          <a:noFill/>
          <a:ln w="9360">
            <a:noFill/>
          </a:ln>
        </p:spPr>
        <p:txBody>
          <a:bodyPr lIns="96840" tIns="48240" rIns="96840" bIns="48240" anchor="b">
            <a:noAutofit/>
          </a:bodyPr>
          <a:lstStyle>
            <a:lvl1pPr indent="0" algn="r" rtl="1">
              <a:lnSpc>
                <a:spcPct val="100000"/>
              </a:lnSpc>
              <a:buNone/>
              <a:defRPr lang="en-US" sz="13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+mn-ea"/>
              </a:defRPr>
            </a:lvl1pPr>
          </a:lstStyle>
          <a:p>
            <a:pPr indent="0" algn="r" rtl="1">
              <a:lnSpc>
                <a:spcPct val="100000"/>
              </a:lnSpc>
              <a:buNone/>
            </a:pPr>
            <a:fld id="{311ED26A-58BF-4C5C-96B3-AA22E51D8BDA}" type="slidenum"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+mn-ea"/>
              </a:rPr>
              <a:t>8</a:t>
            </a:fld>
            <a:endParaRPr lang="en-US" sz="13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990720" y="768240"/>
            <a:ext cx="5117760" cy="3838320"/>
          </a:xfrm>
          <a:prstGeom prst="rect">
            <a:avLst/>
          </a:prstGeom>
          <a:ln w="0">
            <a:noFill/>
          </a:ln>
        </p:spPr>
      </p:sp>
      <p:sp>
        <p:nvSpPr>
          <p:cNvPr id="133" name="PlaceHolder 2"/>
          <p:cNvSpPr>
            <a:spLocks noGrp="1"/>
          </p:cNvSpPr>
          <p:nvPr>
            <p:ph type="body"/>
          </p:nvPr>
        </p:nvSpPr>
        <p:spPr>
          <a:xfrm>
            <a:off x="946080" y="4862520"/>
            <a:ext cx="5206680" cy="4603320"/>
          </a:xfrm>
          <a:prstGeom prst="rect">
            <a:avLst/>
          </a:prstGeom>
          <a:noFill/>
          <a:ln w="9360">
            <a:noFill/>
          </a:ln>
        </p:spPr>
        <p:txBody>
          <a:bodyPr lIns="96840" tIns="48240" rIns="96840" bIns="48240" anchor="t">
            <a:normAutofit/>
          </a:bodyPr>
          <a:lstStyle/>
          <a:p>
            <a:pPr marL="216000" indent="-216000">
              <a:buNone/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Note: private members are part of the interface file (because they appear at the h file, not on purpose) 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PlaceHolder 3"/>
          <p:cNvSpPr>
            <a:spLocks noGrp="1"/>
          </p:cNvSpPr>
          <p:nvPr>
            <p:ph type="sldNum" idx="35"/>
          </p:nvPr>
        </p:nvSpPr>
        <p:spPr>
          <a:xfrm>
            <a:off x="4022640" y="9723600"/>
            <a:ext cx="3076200" cy="510840"/>
          </a:xfrm>
          <a:prstGeom prst="rect">
            <a:avLst/>
          </a:prstGeom>
          <a:noFill/>
          <a:ln w="9360">
            <a:noFill/>
          </a:ln>
        </p:spPr>
        <p:txBody>
          <a:bodyPr lIns="96840" tIns="48240" rIns="96840" bIns="48240" anchor="b">
            <a:noAutofit/>
          </a:bodyPr>
          <a:lstStyle>
            <a:lvl1pPr indent="0" algn="r" rtl="1">
              <a:lnSpc>
                <a:spcPct val="100000"/>
              </a:lnSpc>
              <a:buNone/>
              <a:defRPr lang="en-US" sz="13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+mn-ea"/>
              </a:defRPr>
            </a:lvl1pPr>
          </a:lstStyle>
          <a:p>
            <a:pPr indent="0" algn="r" rtl="1">
              <a:lnSpc>
                <a:spcPct val="100000"/>
              </a:lnSpc>
              <a:buNone/>
            </a:pPr>
            <a:fld id="{04D00793-8337-4BDC-A43D-E0717139B276}" type="slidenum"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+mn-ea"/>
              </a:rPr>
              <a:t>9</a:t>
            </a:fld>
            <a:endParaRPr lang="en-US" sz="13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990720" y="768240"/>
            <a:ext cx="5117760" cy="3838320"/>
          </a:xfrm>
          <a:prstGeom prst="rect">
            <a:avLst/>
          </a:prstGeom>
          <a:ln w="0">
            <a:noFill/>
          </a:ln>
        </p:spPr>
      </p:sp>
      <p:sp>
        <p:nvSpPr>
          <p:cNvPr id="136" name="PlaceHolder 2"/>
          <p:cNvSpPr>
            <a:spLocks noGrp="1"/>
          </p:cNvSpPr>
          <p:nvPr>
            <p:ph type="body"/>
          </p:nvPr>
        </p:nvSpPr>
        <p:spPr>
          <a:xfrm>
            <a:off x="946080" y="4862520"/>
            <a:ext cx="5206680" cy="4603320"/>
          </a:xfrm>
          <a:prstGeom prst="rect">
            <a:avLst/>
          </a:prstGeom>
          <a:noFill/>
          <a:ln w="9360">
            <a:noFill/>
          </a:ln>
        </p:spPr>
        <p:txBody>
          <a:bodyPr lIns="96840" tIns="48240" rIns="96840" bIns="48240" anchor="t">
            <a:normAutofit/>
          </a:bodyPr>
          <a:lstStyle/>
          <a:p>
            <a:pPr marL="216000" indent="-216000">
              <a:buNone/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Note: private members are part of the interface file (because they appear at the h file, not on purpose) 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PlaceHolder 3"/>
          <p:cNvSpPr>
            <a:spLocks noGrp="1"/>
          </p:cNvSpPr>
          <p:nvPr>
            <p:ph type="sldNum" idx="36"/>
          </p:nvPr>
        </p:nvSpPr>
        <p:spPr>
          <a:xfrm>
            <a:off x="4022640" y="9723600"/>
            <a:ext cx="3076200" cy="510840"/>
          </a:xfrm>
          <a:prstGeom prst="rect">
            <a:avLst/>
          </a:prstGeom>
          <a:noFill/>
          <a:ln w="9360">
            <a:noFill/>
          </a:ln>
        </p:spPr>
        <p:txBody>
          <a:bodyPr lIns="96840" tIns="48240" rIns="96840" bIns="48240" anchor="b">
            <a:noAutofit/>
          </a:bodyPr>
          <a:lstStyle>
            <a:lvl1pPr indent="0" algn="r" rtl="1">
              <a:lnSpc>
                <a:spcPct val="100000"/>
              </a:lnSpc>
              <a:buNone/>
              <a:defRPr lang="en-US" sz="13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+mn-ea"/>
              </a:defRPr>
            </a:lvl1pPr>
          </a:lstStyle>
          <a:p>
            <a:pPr indent="0" algn="r" rtl="1">
              <a:lnSpc>
                <a:spcPct val="100000"/>
              </a:lnSpc>
              <a:buNone/>
            </a:pPr>
            <a:fld id="{4F86D82B-D13C-4CA4-A9AC-E2DE0231B5DF}" type="slidenum"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+mn-ea"/>
              </a:rPr>
              <a:t>10</a:t>
            </a:fld>
            <a:endParaRPr lang="en-US" sz="13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990720" y="768240"/>
            <a:ext cx="5117760" cy="3838320"/>
          </a:xfrm>
          <a:prstGeom prst="rect">
            <a:avLst/>
          </a:prstGeom>
          <a:ln w="0">
            <a:noFill/>
          </a:ln>
        </p:spPr>
      </p:sp>
      <p:sp>
        <p:nvSpPr>
          <p:cNvPr id="139" name="PlaceHolder 2"/>
          <p:cNvSpPr>
            <a:spLocks noGrp="1"/>
          </p:cNvSpPr>
          <p:nvPr>
            <p:ph type="body"/>
          </p:nvPr>
        </p:nvSpPr>
        <p:spPr>
          <a:xfrm>
            <a:off x="946080" y="4862520"/>
            <a:ext cx="5206680" cy="4603320"/>
          </a:xfrm>
          <a:prstGeom prst="rect">
            <a:avLst/>
          </a:prstGeom>
          <a:noFill/>
          <a:ln w="9360">
            <a:noFill/>
          </a:ln>
        </p:spPr>
        <p:txBody>
          <a:bodyPr lIns="96840" tIns="48240" rIns="96840" bIns="48240" anchor="t">
            <a:normAutofit/>
          </a:bodyPr>
          <a:lstStyle/>
          <a:p>
            <a:pPr marL="216000" indent="-216000">
              <a:buNone/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Note: private members are part of the interface file (because they appear at the h file, not on purpose) 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PlaceHolder 3"/>
          <p:cNvSpPr>
            <a:spLocks noGrp="1"/>
          </p:cNvSpPr>
          <p:nvPr>
            <p:ph type="sldNum" idx="37"/>
          </p:nvPr>
        </p:nvSpPr>
        <p:spPr>
          <a:xfrm>
            <a:off x="4022640" y="9723600"/>
            <a:ext cx="3076200" cy="510840"/>
          </a:xfrm>
          <a:prstGeom prst="rect">
            <a:avLst/>
          </a:prstGeom>
          <a:noFill/>
          <a:ln w="9360">
            <a:noFill/>
          </a:ln>
        </p:spPr>
        <p:txBody>
          <a:bodyPr lIns="96840" tIns="48240" rIns="96840" bIns="48240" anchor="b">
            <a:noAutofit/>
          </a:bodyPr>
          <a:lstStyle>
            <a:lvl1pPr indent="0" algn="r" rtl="1">
              <a:lnSpc>
                <a:spcPct val="100000"/>
              </a:lnSpc>
              <a:buNone/>
              <a:defRPr lang="en-US" sz="13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+mn-ea"/>
              </a:defRPr>
            </a:lvl1pPr>
          </a:lstStyle>
          <a:p>
            <a:pPr indent="0" algn="r" rtl="1">
              <a:lnSpc>
                <a:spcPct val="100000"/>
              </a:lnSpc>
              <a:buNone/>
            </a:pPr>
            <a:fld id="{BCA9713C-9E2C-4236-AC1A-0E1F50CC26D3}" type="slidenum"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+mn-ea"/>
              </a:rPr>
              <a:t>11</a:t>
            </a:fld>
            <a:endParaRPr lang="en-US" sz="13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990720" y="768240"/>
            <a:ext cx="5117760" cy="3838320"/>
          </a:xfrm>
          <a:prstGeom prst="rect">
            <a:avLst/>
          </a:prstGeom>
          <a:ln w="0">
            <a:noFill/>
          </a:ln>
        </p:spPr>
      </p:sp>
      <p:sp>
        <p:nvSpPr>
          <p:cNvPr id="142" name="PlaceHolder 2"/>
          <p:cNvSpPr>
            <a:spLocks noGrp="1"/>
          </p:cNvSpPr>
          <p:nvPr>
            <p:ph type="body"/>
          </p:nvPr>
        </p:nvSpPr>
        <p:spPr>
          <a:xfrm>
            <a:off x="946080" y="4862520"/>
            <a:ext cx="5206680" cy="4603320"/>
          </a:xfrm>
          <a:prstGeom prst="rect">
            <a:avLst/>
          </a:prstGeom>
          <a:noFill/>
          <a:ln w="9360">
            <a:noFill/>
          </a:ln>
        </p:spPr>
        <p:txBody>
          <a:bodyPr lIns="96840" tIns="48240" rIns="96840" bIns="48240" anchor="t">
            <a:noAutofit/>
          </a:bodyPr>
          <a:lstStyle/>
          <a:p>
            <a:pPr marL="216000" indent="-21600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More about this in  the tirgul</a:t>
            </a:r>
          </a:p>
        </p:txBody>
      </p:sp>
      <p:sp>
        <p:nvSpPr>
          <p:cNvPr id="143" name="PlaceHolder 3"/>
          <p:cNvSpPr>
            <a:spLocks noGrp="1"/>
          </p:cNvSpPr>
          <p:nvPr>
            <p:ph type="sldNum" idx="38"/>
          </p:nvPr>
        </p:nvSpPr>
        <p:spPr>
          <a:xfrm>
            <a:off x="4022640" y="9723600"/>
            <a:ext cx="3076200" cy="510840"/>
          </a:xfrm>
          <a:prstGeom prst="rect">
            <a:avLst/>
          </a:prstGeom>
          <a:noFill/>
          <a:ln w="9360">
            <a:noFill/>
          </a:ln>
        </p:spPr>
        <p:txBody>
          <a:bodyPr lIns="96840" tIns="48240" rIns="96840" bIns="48240" anchor="b">
            <a:noAutofit/>
          </a:bodyPr>
          <a:lstStyle>
            <a:lvl1pPr indent="0" algn="r" rtl="1">
              <a:lnSpc>
                <a:spcPct val="100000"/>
              </a:lnSpc>
              <a:buNone/>
              <a:defRPr lang="en-US" sz="13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+mn-ea"/>
              </a:defRPr>
            </a:lvl1pPr>
          </a:lstStyle>
          <a:p>
            <a:pPr indent="0" algn="r" rtl="1">
              <a:lnSpc>
                <a:spcPct val="100000"/>
              </a:lnSpc>
              <a:buNone/>
            </a:pPr>
            <a:fld id="{03E85221-0B2C-4132-AC01-A009BA3577CE}" type="slidenum"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+mn-ea"/>
              </a:rPr>
              <a:t>12</a:t>
            </a:fld>
            <a:endParaRPr lang="en-US" sz="13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שקופית כותרת">
    <p:bg>
      <p:bgPr>
        <a:gradFill rotWithShape="0">
          <a:gsLst>
            <a:gs pos="0">
              <a:srgbClr val="000000"/>
            </a:gs>
            <a:gs pos="100000">
              <a:srgbClr val="FFFFFF"/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מלבן 8" hidden="1"/>
          <p:cNvSpPr/>
          <p:nvPr/>
        </p:nvSpPr>
        <p:spPr>
          <a:xfrm>
            <a:off x="0" y="0"/>
            <a:ext cx="9143640" cy="6857640"/>
          </a:xfrm>
          <a:prstGeom prst="rect">
            <a:avLst/>
          </a:prstGeom>
          <a:solidFill>
            <a:srgbClr val="FFFFFF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מלבן מעוגל 7" hidden="1"/>
          <p:cNvSpPr/>
          <p:nvPr/>
        </p:nvSpPr>
        <p:spPr>
          <a:xfrm>
            <a:off x="64080" y="69840"/>
            <a:ext cx="9012960" cy="6693120"/>
          </a:xfrm>
          <a:prstGeom prst="roundRect">
            <a:avLst>
              <a:gd name="adj" fmla="val 4929"/>
            </a:avLst>
          </a:prstGeom>
          <a:solidFill>
            <a:srgbClr val="FFFFFF"/>
          </a:solidFill>
          <a:ln w="6480">
            <a:solidFill>
              <a:srgbClr val="000000"/>
            </a:solidFill>
            <a:round/>
          </a:ln>
          <a:effectLst>
            <a:outerShdw dist="25560" dir="5400000" rotWithShape="0">
              <a:srgbClr val="000000">
                <a:alpha val="5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מלבן 11"/>
          <p:cNvSpPr/>
          <p:nvPr/>
        </p:nvSpPr>
        <p:spPr>
          <a:xfrm>
            <a:off x="0" y="0"/>
            <a:ext cx="9143640" cy="6857640"/>
          </a:xfrm>
          <a:prstGeom prst="rect">
            <a:avLst/>
          </a:prstGeom>
          <a:solidFill>
            <a:srgbClr val="FFFFFF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מלבן מעוגל 12"/>
          <p:cNvSpPr/>
          <p:nvPr/>
        </p:nvSpPr>
        <p:spPr>
          <a:xfrm>
            <a:off x="65160" y="69840"/>
            <a:ext cx="9012960" cy="6691680"/>
          </a:xfrm>
          <a:prstGeom prst="roundRect">
            <a:avLst>
              <a:gd name="adj" fmla="val 4929"/>
            </a:avLst>
          </a:prstGeom>
          <a:solidFill>
            <a:srgbClr val="FFFFFF"/>
          </a:solidFill>
          <a:ln w="6480">
            <a:solidFill>
              <a:srgbClr val="000000"/>
            </a:solidFill>
            <a:round/>
          </a:ln>
          <a:effectLst>
            <a:outerShdw dist="25560" dir="5400000" rotWithShape="0">
              <a:srgbClr val="000000">
                <a:alpha val="5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1"/>
          <p:cNvSpPr>
            <a:spLocks noGrp="1"/>
          </p:cNvSpPr>
          <p:nvPr>
            <p:ph type="dt" idx="1"/>
          </p:nvPr>
        </p:nvSpPr>
        <p:spPr>
          <a:xfrm>
            <a:off x="6172200" y="6191280"/>
            <a:ext cx="2476080" cy="475920"/>
          </a:xfrm>
          <a:prstGeom prst="rect">
            <a:avLst/>
          </a:prstGeom>
          <a:solidFill>
            <a:srgbClr val="FFFFFF"/>
          </a:solidFill>
          <a:ln w="38160">
            <a:solidFill>
              <a:srgbClr val="FFFFFF"/>
            </a:solidFill>
            <a:round/>
          </a:ln>
          <a:effectLst>
            <a:outerShdw dist="25560" dir="5400000" rotWithShape="0">
              <a:srgbClr val="000000">
                <a:alpha val="50000"/>
              </a:srgbClr>
            </a:outerShdw>
          </a:effectLst>
        </p:spPr>
        <p:txBody>
          <a:bodyPr lIns="90000" tIns="45000" rIns="90000" bIns="45000" anchor="ctr">
            <a:noAutofit/>
          </a:bodyPr>
          <a:lstStyle>
            <a:lvl1pPr indent="0" algn="r" rtl="1">
              <a:lnSpc>
                <a:spcPct val="100000"/>
              </a:lnSpc>
              <a:buNone/>
              <a:defRPr lang="en-US" sz="24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r" rtl="1">
              <a:lnSpc>
                <a:spcPct val="100000"/>
              </a:lnSpc>
              <a:buNone/>
            </a:pPr>
            <a:fld id="{B7934DFE-4FAD-4ED4-8C81-9D4C7A2D5217}" type="datetime">
              <a:rPr lang="en-US" sz="2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2026-03-21</a:t>
            </a:fld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ftr" idx="2"/>
          </p:nvPr>
        </p:nvSpPr>
        <p:spPr>
          <a:xfrm>
            <a:off x="228600" y="6172200"/>
            <a:ext cx="4647960" cy="456840"/>
          </a:xfrm>
          <a:prstGeom prst="rect">
            <a:avLst/>
          </a:prstGeom>
          <a:solidFill>
            <a:srgbClr val="FFFFFF"/>
          </a:solidFill>
          <a:ln w="38160">
            <a:solidFill>
              <a:srgbClr val="FFFFFF"/>
            </a:solidFill>
            <a:round/>
          </a:ln>
          <a:effectLst>
            <a:outerShdw dist="25560" dir="5400000" rotWithShape="0">
              <a:srgbClr val="000000">
                <a:alpha val="50000"/>
              </a:srgbClr>
            </a:outerShdw>
          </a:effectLst>
        </p:spPr>
        <p:txBody>
          <a:bodyPr lIns="90000" tIns="45000" rIns="90000" bIns="45000" anchor="ctr">
            <a:noAutofit/>
          </a:bodyPr>
          <a:lstStyle>
            <a:lvl1pPr indent="0" algn="r" rtl="1">
              <a:lnSpc>
                <a:spcPct val="100000"/>
              </a:lnSpc>
              <a:buNone/>
              <a:defRPr lang="en-US" sz="24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r" rtl="1">
              <a:lnSpc>
                <a:spcPct val="100000"/>
              </a:lnSpc>
              <a:buNone/>
            </a:pPr>
            <a:r>
              <a:rPr lang="en-US" sz="2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sldNum" idx="3"/>
          </p:nvPr>
        </p:nvSpPr>
        <p:spPr>
          <a:xfrm>
            <a:off x="0" y="6553080"/>
            <a:ext cx="304560" cy="304560"/>
          </a:xfrm>
          <a:prstGeom prst="rect">
            <a:avLst/>
          </a:prstGeom>
          <a:solidFill>
            <a:srgbClr val="D34817"/>
          </a:solidFill>
          <a:ln w="0">
            <a:noFill/>
          </a:ln>
        </p:spPr>
        <p:txBody>
          <a:bodyPr lIns="0" tIns="0" rIns="0" bIns="0" anchor="ctr" anchorCtr="1">
            <a:noAutofit/>
          </a:bodyPr>
          <a:lstStyle>
            <a:lvl1pPr indent="0" algn="ctr">
              <a:lnSpc>
                <a:spcPct val="100000"/>
              </a:lnSpc>
              <a:buNone/>
              <a:def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fld id="{B9253E1C-D73A-4DEA-BFBD-2A8D5BFA7C64}" type="slidenum"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‹#›</a:t>
            </a:fld>
            <a:endParaRPr lang="en-US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מלבן 6"/>
          <p:cNvSpPr/>
          <p:nvPr/>
        </p:nvSpPr>
        <p:spPr>
          <a:xfrm>
            <a:off x="63000" y="1449360"/>
            <a:ext cx="9021240" cy="1527120"/>
          </a:xfrm>
          <a:prstGeom prst="rect">
            <a:avLst/>
          </a:prstGeom>
          <a:solidFill>
            <a:srgbClr val="D34817"/>
          </a:solidFill>
          <a:ln w="19080">
            <a:noFill/>
          </a:ln>
          <a:effectLst>
            <a:outerShdw dist="25560" dir="5400000" rotWithShape="0">
              <a:srgbClr val="000000">
                <a:alpha val="5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" name="מלבן 9"/>
          <p:cNvSpPr/>
          <p:nvPr/>
        </p:nvSpPr>
        <p:spPr>
          <a:xfrm>
            <a:off x="63000" y="1396800"/>
            <a:ext cx="9021240" cy="120240"/>
          </a:xfrm>
          <a:prstGeom prst="rect">
            <a:avLst/>
          </a:prstGeom>
          <a:solidFill>
            <a:srgbClr val="E5B1AB"/>
          </a:solidFill>
          <a:ln w="19080">
            <a:noFill/>
          </a:ln>
          <a:effectLst>
            <a:outerShdw dist="25560" dir="5400000" rotWithShape="0">
              <a:srgbClr val="000000">
                <a:alpha val="5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מלבן 10"/>
          <p:cNvSpPr/>
          <p:nvPr/>
        </p:nvSpPr>
        <p:spPr>
          <a:xfrm>
            <a:off x="63000" y="2976480"/>
            <a:ext cx="9021240" cy="110160"/>
          </a:xfrm>
          <a:prstGeom prst="rect">
            <a:avLst/>
          </a:prstGeom>
          <a:solidFill>
            <a:srgbClr val="918485"/>
          </a:solidFill>
          <a:ln w="19080">
            <a:noFill/>
          </a:ln>
          <a:effectLst>
            <a:outerShdw dist="25560" dir="5400000" rotWithShape="0">
              <a:srgbClr val="000000">
                <a:alpha val="5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title"/>
          </p:nvPr>
        </p:nvSpPr>
        <p:spPr>
          <a:xfrm>
            <a:off x="457200" y="1505880"/>
            <a:ext cx="8229240" cy="1469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en-US" sz="40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לחץ כדי לערוך סגנון כותרת של תבנית בסיס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שקופית כותרת">
    <p:bg>
      <p:bgPr>
        <a:gradFill rotWithShape="0">
          <a:gsLst>
            <a:gs pos="0">
              <a:srgbClr val="000000"/>
            </a:gs>
            <a:gs pos="100000">
              <a:srgbClr val="FFFFFF"/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מלבן 8" hidden="1"/>
          <p:cNvSpPr/>
          <p:nvPr/>
        </p:nvSpPr>
        <p:spPr>
          <a:xfrm>
            <a:off x="0" y="0"/>
            <a:ext cx="9143640" cy="6857640"/>
          </a:xfrm>
          <a:prstGeom prst="rect">
            <a:avLst/>
          </a:prstGeom>
          <a:solidFill>
            <a:srgbClr val="FFFFFF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מלבן מעוגל 7" hidden="1"/>
          <p:cNvSpPr/>
          <p:nvPr/>
        </p:nvSpPr>
        <p:spPr>
          <a:xfrm>
            <a:off x="64080" y="69840"/>
            <a:ext cx="9012960" cy="6693120"/>
          </a:xfrm>
          <a:prstGeom prst="roundRect">
            <a:avLst>
              <a:gd name="adj" fmla="val 4929"/>
            </a:avLst>
          </a:prstGeom>
          <a:solidFill>
            <a:srgbClr val="FFFFFF"/>
          </a:solidFill>
          <a:ln w="6480">
            <a:solidFill>
              <a:srgbClr val="000000"/>
            </a:solidFill>
            <a:round/>
          </a:ln>
          <a:effectLst>
            <a:outerShdw dist="25560" dir="5400000" rotWithShape="0">
              <a:srgbClr val="000000">
                <a:alpha val="5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מלבן 11"/>
          <p:cNvSpPr/>
          <p:nvPr/>
        </p:nvSpPr>
        <p:spPr>
          <a:xfrm>
            <a:off x="0" y="0"/>
            <a:ext cx="9143640" cy="6857640"/>
          </a:xfrm>
          <a:prstGeom prst="rect">
            <a:avLst/>
          </a:prstGeom>
          <a:solidFill>
            <a:srgbClr val="FFFFFF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מלבן מעוגל 12"/>
          <p:cNvSpPr/>
          <p:nvPr/>
        </p:nvSpPr>
        <p:spPr>
          <a:xfrm>
            <a:off x="65160" y="69840"/>
            <a:ext cx="9012960" cy="6691680"/>
          </a:xfrm>
          <a:prstGeom prst="roundRect">
            <a:avLst>
              <a:gd name="adj" fmla="val 4929"/>
            </a:avLst>
          </a:prstGeom>
          <a:solidFill>
            <a:srgbClr val="FFFFFF"/>
          </a:solidFill>
          <a:ln w="6480">
            <a:solidFill>
              <a:srgbClr val="000000"/>
            </a:solidFill>
            <a:round/>
          </a:ln>
          <a:effectLst>
            <a:outerShdw dist="25560" dir="5400000" rotWithShape="0">
              <a:srgbClr val="000000">
                <a:alpha val="5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PlaceHolder 1"/>
          <p:cNvSpPr>
            <a:spLocks noGrp="1"/>
          </p:cNvSpPr>
          <p:nvPr>
            <p:ph type="dt" idx="4"/>
          </p:nvPr>
        </p:nvSpPr>
        <p:spPr>
          <a:xfrm>
            <a:off x="6172200" y="6191280"/>
            <a:ext cx="2476080" cy="475920"/>
          </a:xfrm>
          <a:prstGeom prst="rect">
            <a:avLst/>
          </a:prstGeom>
          <a:solidFill>
            <a:srgbClr val="FFFFFF"/>
          </a:solidFill>
          <a:ln w="38160">
            <a:solidFill>
              <a:srgbClr val="FFFFFF"/>
            </a:solidFill>
            <a:round/>
          </a:ln>
          <a:effectLst>
            <a:outerShdw dist="25560" dir="5400000" rotWithShape="0">
              <a:srgbClr val="000000">
                <a:alpha val="50000"/>
              </a:srgbClr>
            </a:outerShdw>
          </a:effectLst>
        </p:spPr>
        <p:txBody>
          <a:bodyPr lIns="90000" tIns="45000" rIns="90000" bIns="45000" anchor="ctr">
            <a:noAutofit/>
          </a:bodyPr>
          <a:lstStyle>
            <a:lvl1pPr indent="0" algn="r" rtl="1">
              <a:lnSpc>
                <a:spcPct val="100000"/>
              </a:lnSpc>
              <a:buNone/>
              <a:defRPr lang="en-US" sz="24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r" rtl="1">
              <a:lnSpc>
                <a:spcPct val="100000"/>
              </a:lnSpc>
              <a:buNone/>
            </a:pPr>
            <a:fld id="{C196DCED-7B75-4E4E-8B65-A863383C609D}" type="datetime">
              <a:rPr lang="en-US" sz="2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2026-03-21</a:t>
            </a:fld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ftr" idx="5"/>
          </p:nvPr>
        </p:nvSpPr>
        <p:spPr>
          <a:xfrm>
            <a:off x="228600" y="6172200"/>
            <a:ext cx="4647960" cy="456840"/>
          </a:xfrm>
          <a:prstGeom prst="rect">
            <a:avLst/>
          </a:prstGeom>
          <a:solidFill>
            <a:srgbClr val="FFFFFF"/>
          </a:solidFill>
          <a:ln w="38160">
            <a:solidFill>
              <a:srgbClr val="FFFFFF"/>
            </a:solidFill>
            <a:round/>
          </a:ln>
          <a:effectLst>
            <a:outerShdw dist="25560" dir="5400000" rotWithShape="0">
              <a:srgbClr val="000000">
                <a:alpha val="50000"/>
              </a:srgbClr>
            </a:outerShdw>
          </a:effectLst>
        </p:spPr>
        <p:txBody>
          <a:bodyPr lIns="90000" tIns="45000" rIns="90000" bIns="45000" anchor="ctr">
            <a:noAutofit/>
          </a:bodyPr>
          <a:lstStyle>
            <a:lvl1pPr indent="0" algn="r" rtl="1">
              <a:lnSpc>
                <a:spcPct val="100000"/>
              </a:lnSpc>
              <a:buNone/>
              <a:defRPr lang="en-US" sz="24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r" rtl="1">
              <a:lnSpc>
                <a:spcPct val="100000"/>
              </a:lnSpc>
              <a:buNone/>
            </a:pPr>
            <a:r>
              <a:rPr lang="en-US" sz="2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sldNum" idx="6"/>
          </p:nvPr>
        </p:nvSpPr>
        <p:spPr>
          <a:xfrm>
            <a:off x="0" y="6553080"/>
            <a:ext cx="304560" cy="304560"/>
          </a:xfrm>
          <a:prstGeom prst="rect">
            <a:avLst/>
          </a:prstGeom>
          <a:solidFill>
            <a:srgbClr val="D34817"/>
          </a:solidFill>
          <a:ln w="0">
            <a:noFill/>
          </a:ln>
        </p:spPr>
        <p:txBody>
          <a:bodyPr lIns="0" tIns="0" rIns="0" bIns="0" anchor="ctr" anchorCtr="1">
            <a:noAutofit/>
          </a:bodyPr>
          <a:lstStyle>
            <a:lvl1pPr indent="0" algn="ctr">
              <a:lnSpc>
                <a:spcPct val="100000"/>
              </a:lnSpc>
              <a:buNone/>
              <a:def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fld id="{9287FF19-BECA-4E86-B3DF-3CC289353119}" type="slidenum"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‹#›</a:t>
            </a:fld>
            <a:endParaRPr lang="en-US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מלבן 6"/>
          <p:cNvSpPr/>
          <p:nvPr/>
        </p:nvSpPr>
        <p:spPr>
          <a:xfrm>
            <a:off x="63000" y="1449360"/>
            <a:ext cx="9021240" cy="1527120"/>
          </a:xfrm>
          <a:prstGeom prst="rect">
            <a:avLst/>
          </a:prstGeom>
          <a:solidFill>
            <a:srgbClr val="D34817"/>
          </a:solidFill>
          <a:ln w="19080">
            <a:noFill/>
          </a:ln>
          <a:effectLst>
            <a:outerShdw dist="25560" dir="5400000" rotWithShape="0">
              <a:srgbClr val="000000">
                <a:alpha val="5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" name="מלבן 9"/>
          <p:cNvSpPr/>
          <p:nvPr/>
        </p:nvSpPr>
        <p:spPr>
          <a:xfrm>
            <a:off x="63000" y="1396800"/>
            <a:ext cx="9021240" cy="120240"/>
          </a:xfrm>
          <a:prstGeom prst="rect">
            <a:avLst/>
          </a:prstGeom>
          <a:solidFill>
            <a:srgbClr val="E5B1AB"/>
          </a:solidFill>
          <a:ln w="19080">
            <a:noFill/>
          </a:ln>
          <a:effectLst>
            <a:outerShdw dist="25560" dir="5400000" rotWithShape="0">
              <a:srgbClr val="000000">
                <a:alpha val="5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מלבן 10"/>
          <p:cNvSpPr/>
          <p:nvPr/>
        </p:nvSpPr>
        <p:spPr>
          <a:xfrm>
            <a:off x="63000" y="2976480"/>
            <a:ext cx="9021240" cy="110160"/>
          </a:xfrm>
          <a:prstGeom prst="rect">
            <a:avLst/>
          </a:prstGeom>
          <a:solidFill>
            <a:srgbClr val="918485"/>
          </a:solidFill>
          <a:ln w="19080">
            <a:noFill/>
          </a:ln>
          <a:effectLst>
            <a:outerShdw dist="25560" dir="5400000" rotWithShape="0">
              <a:srgbClr val="000000">
                <a:alpha val="5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title"/>
          </p:nvPr>
        </p:nvSpPr>
        <p:spPr>
          <a:xfrm>
            <a:off x="457200" y="1505880"/>
            <a:ext cx="8229240" cy="1469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en-US" sz="40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לחץ כדי לערוך סגנון כותרת של תבנית בסיס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bg>
      <p:bgPr>
        <a:gradFill rotWithShape="0">
          <a:gsLst>
            <a:gs pos="0">
              <a:srgbClr val="000000"/>
            </a:gs>
            <a:gs pos="100000">
              <a:srgbClr val="FFFFFF"/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מלבן 8"/>
          <p:cNvSpPr/>
          <p:nvPr/>
        </p:nvSpPr>
        <p:spPr>
          <a:xfrm>
            <a:off x="0" y="0"/>
            <a:ext cx="9143640" cy="6857640"/>
          </a:xfrm>
          <a:prstGeom prst="rect">
            <a:avLst/>
          </a:prstGeom>
          <a:solidFill>
            <a:srgbClr val="FFFFFF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מלבן מעוגל 7"/>
          <p:cNvSpPr/>
          <p:nvPr/>
        </p:nvSpPr>
        <p:spPr>
          <a:xfrm>
            <a:off x="64080" y="69840"/>
            <a:ext cx="9012960" cy="6693120"/>
          </a:xfrm>
          <a:prstGeom prst="roundRect">
            <a:avLst>
              <a:gd name="adj" fmla="val 4929"/>
            </a:avLst>
          </a:prstGeom>
          <a:solidFill>
            <a:srgbClr val="FFFFFF"/>
          </a:solidFill>
          <a:ln w="6480">
            <a:solidFill>
              <a:srgbClr val="000000"/>
            </a:solidFill>
            <a:round/>
          </a:ln>
          <a:effectLst>
            <a:outerShdw dist="25560" dir="5400000" rotWithShape="0">
              <a:srgbClr val="000000">
                <a:alpha val="5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304920" y="274680"/>
            <a:ext cx="8534160" cy="6393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91440" anchor="b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en-US" sz="4000" b="0" u="none" strike="noStrike">
                <a:solidFill>
                  <a:srgbClr val="696464"/>
                </a:solidFill>
                <a:effectLst/>
                <a:uFillTx/>
                <a:latin typeface="Arial"/>
              </a:rPr>
              <a:t>לחץ כדי לערוך סגנון כותרת של תבנית בסיס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sldNum" idx="7"/>
          </p:nvPr>
        </p:nvSpPr>
        <p:spPr>
          <a:xfrm>
            <a:off x="0" y="6553080"/>
            <a:ext cx="304560" cy="304560"/>
          </a:xfrm>
          <a:prstGeom prst="rect">
            <a:avLst/>
          </a:prstGeom>
          <a:solidFill>
            <a:srgbClr val="D34817"/>
          </a:solidFill>
          <a:ln w="0">
            <a:noFill/>
          </a:ln>
        </p:spPr>
        <p:txBody>
          <a:bodyPr lIns="0" tIns="0" rIns="0" bIns="0" anchor="ctr" anchorCtr="1">
            <a:noAutofit/>
          </a:bodyPr>
          <a:lstStyle>
            <a:lvl1pPr indent="0" algn="ctr">
              <a:lnSpc>
                <a:spcPct val="100000"/>
              </a:lnSpc>
              <a:buNone/>
              <a:def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fld id="{73D5C64A-7508-4184-8A5D-B70C91334E3E}" type="slidenum"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‹#›</a:t>
            </a:fld>
            <a:endParaRPr lang="en-US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body"/>
          </p:nvPr>
        </p:nvSpPr>
        <p:spPr>
          <a:xfrm>
            <a:off x="304920" y="914400"/>
            <a:ext cx="8534160" cy="57146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Levelלחץ כדי לערוך סגנונות טקסט של תבנית בסיס</a:t>
            </a:r>
          </a:p>
          <a:p>
            <a:pPr marL="3456000" lvl="7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רמה שנייה</a:t>
            </a:r>
          </a:p>
          <a:p>
            <a:pPr marL="3888000" lvl="8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רמה שלישית</a:t>
            </a:r>
          </a:p>
          <a:p>
            <a:pPr marL="4320000" lvl="0" indent="-216000">
              <a:lnSpc>
                <a:spcPct val="100000"/>
              </a:lnSpc>
              <a:spcBef>
                <a:spcPts val="371"/>
              </a:spcBef>
              <a:buClr>
                <a:srgbClr val="FFFFFF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רמה רביעית</a:t>
            </a:r>
          </a:p>
          <a:p>
            <a:pPr marL="4320000" lvl="0" indent="-216000">
              <a:lnSpc>
                <a:spcPct val="100000"/>
              </a:lnSpc>
              <a:spcBef>
                <a:spcPts val="371"/>
              </a:spcBef>
              <a:buClr>
                <a:srgbClr val="FFFFFF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רמה חמישית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כותרת בלבד">
    <p:bg>
      <p:bgPr>
        <a:gradFill rotWithShape="0">
          <a:gsLst>
            <a:gs pos="0">
              <a:srgbClr val="000000"/>
            </a:gs>
            <a:gs pos="100000">
              <a:srgbClr val="FFFFFF"/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מלבן 8"/>
          <p:cNvSpPr/>
          <p:nvPr/>
        </p:nvSpPr>
        <p:spPr>
          <a:xfrm>
            <a:off x="0" y="0"/>
            <a:ext cx="9143640" cy="6857640"/>
          </a:xfrm>
          <a:prstGeom prst="rect">
            <a:avLst/>
          </a:prstGeom>
          <a:solidFill>
            <a:srgbClr val="FFFFFF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מלבן מעוגל 7"/>
          <p:cNvSpPr/>
          <p:nvPr/>
        </p:nvSpPr>
        <p:spPr>
          <a:xfrm>
            <a:off x="64080" y="69840"/>
            <a:ext cx="9012960" cy="6693120"/>
          </a:xfrm>
          <a:prstGeom prst="roundRect">
            <a:avLst>
              <a:gd name="adj" fmla="val 4929"/>
            </a:avLst>
          </a:prstGeom>
          <a:solidFill>
            <a:srgbClr val="FFFFFF"/>
          </a:solidFill>
          <a:ln w="6480">
            <a:solidFill>
              <a:srgbClr val="000000"/>
            </a:solidFill>
            <a:round/>
          </a:ln>
          <a:effectLst>
            <a:outerShdw dist="25560" dir="5400000" rotWithShape="0">
              <a:srgbClr val="000000">
                <a:alpha val="5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228600" y="274680"/>
            <a:ext cx="8686440" cy="7156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91440" anchor="b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en-US" sz="4000" b="0" u="none" strike="noStrike">
                <a:solidFill>
                  <a:srgbClr val="696464"/>
                </a:solidFill>
                <a:effectLst/>
                <a:uFillTx/>
                <a:latin typeface="Arial"/>
              </a:rPr>
              <a:t>לחץ כדי לערוך סגנון כותרת של תבנית בסיס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dt" idx="8"/>
          </p:nvPr>
        </p:nvSpPr>
        <p:spPr>
          <a:xfrm>
            <a:off x="6172200" y="6191280"/>
            <a:ext cx="2476080" cy="475920"/>
          </a:xfrm>
          <a:prstGeom prst="rect">
            <a:avLst/>
          </a:prstGeom>
          <a:solidFill>
            <a:srgbClr val="FFFFFF"/>
          </a:solidFill>
          <a:ln w="38160">
            <a:solidFill>
              <a:srgbClr val="FFFFFF"/>
            </a:solidFill>
            <a:round/>
          </a:ln>
          <a:effectLst>
            <a:outerShdw dist="25560" dir="5400000" rotWithShape="0">
              <a:srgbClr val="000000">
                <a:alpha val="50000"/>
              </a:srgbClr>
            </a:outerShdw>
          </a:effectLst>
        </p:spPr>
        <p:txBody>
          <a:bodyPr lIns="90000" tIns="45000" rIns="90000" bIns="45000" anchor="ctr">
            <a:noAutofit/>
          </a:bodyPr>
          <a:lstStyle>
            <a:lvl1pPr indent="0" algn="r" rtl="1">
              <a:lnSpc>
                <a:spcPct val="100000"/>
              </a:lnSpc>
              <a:buNone/>
              <a:defRPr lang="en-US" sz="24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r" rtl="1">
              <a:lnSpc>
                <a:spcPct val="100000"/>
              </a:lnSpc>
              <a:buNone/>
            </a:pPr>
            <a:fld id="{4C619C5A-8C17-4C50-AA84-BA1EED41774B}" type="datetime">
              <a:rPr lang="en-US" sz="2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2026-03-21</a:t>
            </a:fld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ftr" idx="9"/>
          </p:nvPr>
        </p:nvSpPr>
        <p:spPr>
          <a:xfrm>
            <a:off x="228600" y="6172200"/>
            <a:ext cx="4647960" cy="456840"/>
          </a:xfrm>
          <a:prstGeom prst="rect">
            <a:avLst/>
          </a:prstGeom>
          <a:solidFill>
            <a:srgbClr val="FFFFFF"/>
          </a:solidFill>
          <a:ln w="38160">
            <a:solidFill>
              <a:srgbClr val="FFFFFF"/>
            </a:solidFill>
            <a:round/>
          </a:ln>
          <a:effectLst>
            <a:outerShdw dist="25560" dir="5400000" rotWithShape="0">
              <a:srgbClr val="000000">
                <a:alpha val="50000"/>
              </a:srgbClr>
            </a:outerShdw>
          </a:effectLst>
        </p:spPr>
        <p:txBody>
          <a:bodyPr lIns="90000" tIns="45000" rIns="90000" bIns="45000" anchor="ctr">
            <a:noAutofit/>
          </a:bodyPr>
          <a:lstStyle/>
          <a:p>
            <a:pPr indent="0">
              <a:buNone/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" name="PlaceHolder 4"/>
          <p:cNvSpPr>
            <a:spLocks noGrp="1"/>
          </p:cNvSpPr>
          <p:nvPr>
            <p:ph type="sldNum" idx="10"/>
          </p:nvPr>
        </p:nvSpPr>
        <p:spPr>
          <a:xfrm>
            <a:off x="0" y="6553080"/>
            <a:ext cx="304560" cy="304560"/>
          </a:xfrm>
          <a:prstGeom prst="rect">
            <a:avLst/>
          </a:prstGeom>
          <a:solidFill>
            <a:srgbClr val="D34817"/>
          </a:solidFill>
          <a:ln w="0">
            <a:noFill/>
          </a:ln>
        </p:spPr>
        <p:txBody>
          <a:bodyPr lIns="0" tIns="0" rIns="0" bIns="0" anchor="ctr" anchorCtr="1">
            <a:noAutofit/>
          </a:bodyPr>
          <a:lstStyle>
            <a:lvl1pPr indent="0" algn="ctr">
              <a:lnSpc>
                <a:spcPct val="100000"/>
              </a:lnSpc>
              <a:buNone/>
              <a:def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fld id="{69FC1864-FABE-4052-A0AB-48C732EC5DD5}" type="slidenum"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‹#›</a:t>
            </a:fld>
            <a:endParaRPr lang="en-US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8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שני תכנים">
    <p:bg>
      <p:bgPr>
        <a:gradFill rotWithShape="0">
          <a:gsLst>
            <a:gs pos="0">
              <a:srgbClr val="000000"/>
            </a:gs>
            <a:gs pos="100000">
              <a:srgbClr val="FFFFFF"/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מלבן 8"/>
          <p:cNvSpPr/>
          <p:nvPr/>
        </p:nvSpPr>
        <p:spPr>
          <a:xfrm>
            <a:off x="0" y="0"/>
            <a:ext cx="9143640" cy="6857640"/>
          </a:xfrm>
          <a:prstGeom prst="rect">
            <a:avLst/>
          </a:prstGeom>
          <a:solidFill>
            <a:srgbClr val="FFFFFF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מלבן מעוגל 7"/>
          <p:cNvSpPr/>
          <p:nvPr/>
        </p:nvSpPr>
        <p:spPr>
          <a:xfrm>
            <a:off x="64080" y="69840"/>
            <a:ext cx="9012960" cy="6693120"/>
          </a:xfrm>
          <a:prstGeom prst="roundRect">
            <a:avLst>
              <a:gd name="adj" fmla="val 4929"/>
            </a:avLst>
          </a:prstGeom>
          <a:solidFill>
            <a:srgbClr val="FFFFFF"/>
          </a:solidFill>
          <a:ln w="6480">
            <a:solidFill>
              <a:srgbClr val="000000"/>
            </a:solidFill>
            <a:round/>
          </a:ln>
          <a:effectLst>
            <a:outerShdw dist="25560" dir="5400000" rotWithShape="0">
              <a:srgbClr val="000000">
                <a:alpha val="5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228600" y="274680"/>
            <a:ext cx="8686440" cy="7156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91440" anchor="b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en-US" sz="4000" b="0" u="none" strike="noStrike">
                <a:solidFill>
                  <a:srgbClr val="696464"/>
                </a:solidFill>
                <a:effectLst/>
                <a:uFillTx/>
                <a:latin typeface="Arial"/>
              </a:rPr>
              <a:t>לחץ כדי לערוך סגנון כותרת של תבנית בסיס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sldNum" idx="11"/>
          </p:nvPr>
        </p:nvSpPr>
        <p:spPr>
          <a:xfrm>
            <a:off x="0" y="6553080"/>
            <a:ext cx="304560" cy="304560"/>
          </a:xfrm>
          <a:prstGeom prst="rect">
            <a:avLst/>
          </a:prstGeom>
          <a:solidFill>
            <a:srgbClr val="D34817"/>
          </a:solidFill>
          <a:ln w="0">
            <a:noFill/>
          </a:ln>
        </p:spPr>
        <p:txBody>
          <a:bodyPr lIns="0" tIns="0" rIns="0" bIns="0" anchor="ctr" anchorCtr="1">
            <a:noAutofit/>
          </a:bodyPr>
          <a:lstStyle>
            <a:lvl1pPr indent="0" algn="ctr">
              <a:lnSpc>
                <a:spcPct val="100000"/>
              </a:lnSpc>
              <a:buNone/>
              <a:def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fld id="{5CD06780-CFBC-436B-9E30-FA8B668BD8FB}" type="slidenum"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‹#›</a:t>
            </a:fld>
            <a:endParaRPr lang="en-US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body"/>
          </p:nvPr>
        </p:nvSpPr>
        <p:spPr>
          <a:xfrm>
            <a:off x="228600" y="990720"/>
            <a:ext cx="4190760" cy="55623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Levelלחץ כדי לערוך סגנונות טקסט של תבנית בסיס</a:t>
            </a:r>
          </a:p>
          <a:p>
            <a:pPr marL="3456000" lvl="7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רמה שנייה</a:t>
            </a:r>
          </a:p>
          <a:p>
            <a:pPr marL="3888000" lvl="8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רמה שלישית</a:t>
            </a:r>
          </a:p>
          <a:p>
            <a:pPr marL="4320000" lvl="0" indent="-216000">
              <a:lnSpc>
                <a:spcPct val="100000"/>
              </a:lnSpc>
              <a:spcBef>
                <a:spcPts val="371"/>
              </a:spcBef>
              <a:buClr>
                <a:srgbClr val="FFFFFF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רמה רביעית</a:t>
            </a:r>
          </a:p>
          <a:p>
            <a:pPr marL="4320000" lvl="0" indent="-216000">
              <a:lnSpc>
                <a:spcPct val="100000"/>
              </a:lnSpc>
              <a:spcBef>
                <a:spcPts val="371"/>
              </a:spcBef>
              <a:buClr>
                <a:srgbClr val="FFFFFF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רמה חמישית</a:t>
            </a:r>
          </a:p>
        </p:txBody>
      </p:sp>
      <p:sp>
        <p:nvSpPr>
          <p:cNvPr id="34" name="PlaceHolder 4"/>
          <p:cNvSpPr>
            <a:spLocks noGrp="1"/>
          </p:cNvSpPr>
          <p:nvPr>
            <p:ph type="body"/>
          </p:nvPr>
        </p:nvSpPr>
        <p:spPr>
          <a:xfrm>
            <a:off x="4419720" y="990720"/>
            <a:ext cx="4495320" cy="55623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indent="0">
              <a:lnSpc>
                <a:spcPct val="100000"/>
              </a:lnSpc>
              <a:spcBef>
                <a:spcPts val="581"/>
              </a:spcBef>
              <a:buNone/>
              <a:tabLst>
                <a:tab pos="0" algn="l"/>
              </a:tabLst>
            </a:pP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Levelלחץ כדי לערוך סגנונות טקסט של תבנית בסיס</a:t>
            </a:r>
          </a:p>
          <a:p>
            <a:pPr marL="548640" lvl="1" indent="-228240">
              <a:lnSpc>
                <a:spcPct val="100000"/>
              </a:lnSpc>
              <a:spcBef>
                <a:spcPts val="371"/>
              </a:spcBef>
              <a:buClr>
                <a:srgbClr val="9B2D1F"/>
              </a:buClr>
              <a:buSzPct val="85000"/>
              <a:buFont typeface="Wingdings 2" charset="2"/>
              <a:buChar char=""/>
              <a:tabLst>
                <a:tab pos="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רמה שנייה</a:t>
            </a:r>
          </a:p>
          <a:p>
            <a:pPr marL="822960" lvl="2" indent="-228240">
              <a:lnSpc>
                <a:spcPct val="100000"/>
              </a:lnSpc>
              <a:spcBef>
                <a:spcPts val="371"/>
              </a:spcBef>
              <a:buClr>
                <a:srgbClr val="E5B1AB"/>
              </a:buClr>
              <a:buSzPct val="85000"/>
              <a:buFont typeface="Wingdings 2" charset="2"/>
              <a:buChar char=""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רמה שלישית</a:t>
            </a:r>
          </a:p>
          <a:p>
            <a:pPr marL="1097280" lvl="3" indent="-228240">
              <a:lnSpc>
                <a:spcPct val="100000"/>
              </a:lnSpc>
              <a:spcBef>
                <a:spcPts val="371"/>
              </a:spcBef>
              <a:buClr>
                <a:srgbClr val="A28E6A"/>
              </a:buClr>
              <a:buSzPct val="80000"/>
              <a:buFont typeface="Wingdings 2" charset="2"/>
              <a:buChar char=""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רמה רביעית</a:t>
            </a:r>
          </a:p>
          <a:p>
            <a:pPr marL="1371600" lvl="4" indent="-228240">
              <a:lnSpc>
                <a:spcPct val="100000"/>
              </a:lnSpc>
              <a:spcBef>
                <a:spcPts val="371"/>
              </a:spcBef>
              <a:buClr>
                <a:srgbClr val="A28E6A"/>
              </a:buClr>
              <a:buFont typeface="StarSymbol"/>
              <a:buChar char="o"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רמה חמישית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כותרת ותוכן_">
    <p:bg>
      <p:bgPr>
        <a:gradFill rotWithShape="0">
          <a:gsLst>
            <a:gs pos="0">
              <a:srgbClr val="000000"/>
            </a:gs>
            <a:gs pos="100000">
              <a:srgbClr val="FFFFFF"/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מלבן 8"/>
          <p:cNvSpPr/>
          <p:nvPr/>
        </p:nvSpPr>
        <p:spPr>
          <a:xfrm>
            <a:off x="0" y="0"/>
            <a:ext cx="9143640" cy="6857640"/>
          </a:xfrm>
          <a:prstGeom prst="rect">
            <a:avLst/>
          </a:prstGeom>
          <a:solidFill>
            <a:srgbClr val="FFFFFF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מלבן מעוגל 7"/>
          <p:cNvSpPr/>
          <p:nvPr/>
        </p:nvSpPr>
        <p:spPr>
          <a:xfrm>
            <a:off x="64080" y="69840"/>
            <a:ext cx="9012960" cy="6693120"/>
          </a:xfrm>
          <a:prstGeom prst="roundRect">
            <a:avLst>
              <a:gd name="adj" fmla="val 4929"/>
            </a:avLst>
          </a:prstGeom>
          <a:solidFill>
            <a:srgbClr val="FFFFFF"/>
          </a:solidFill>
          <a:ln w="6480">
            <a:solidFill>
              <a:srgbClr val="000000"/>
            </a:solidFill>
            <a:round/>
          </a:ln>
          <a:effectLst>
            <a:outerShdw dist="25560" dir="5400000" rotWithShape="0">
              <a:srgbClr val="000000">
                <a:alpha val="5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304920" y="274680"/>
            <a:ext cx="8534160" cy="6393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91440" anchor="b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en-US" sz="4000" b="0" u="none" strike="noStrike">
                <a:solidFill>
                  <a:srgbClr val="696464"/>
                </a:solidFill>
                <a:effectLst/>
                <a:uFillTx/>
                <a:latin typeface="Arial"/>
              </a:rPr>
              <a:t>לחץ כדי לערוך סגנון כותרת של תבנית בסיס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sldNum" idx="12"/>
          </p:nvPr>
        </p:nvSpPr>
        <p:spPr>
          <a:xfrm>
            <a:off x="0" y="6553080"/>
            <a:ext cx="304560" cy="304560"/>
          </a:xfrm>
          <a:prstGeom prst="rect">
            <a:avLst/>
          </a:prstGeom>
          <a:solidFill>
            <a:srgbClr val="D34817"/>
          </a:solidFill>
          <a:ln w="0">
            <a:noFill/>
          </a:ln>
        </p:spPr>
        <p:txBody>
          <a:bodyPr lIns="0" tIns="0" rIns="0" bIns="0" anchor="ctr" anchorCtr="1">
            <a:noAutofit/>
          </a:bodyPr>
          <a:lstStyle>
            <a:lvl1pPr indent="0" algn="ctr">
              <a:lnSpc>
                <a:spcPct val="100000"/>
              </a:lnSpc>
              <a:buNone/>
              <a:def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fld id="{191C08C1-7D59-4BF0-8994-86177B401ED4}" type="slidenum"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‹#›</a:t>
            </a:fld>
            <a:endParaRPr lang="en-US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body"/>
          </p:nvPr>
        </p:nvSpPr>
        <p:spPr>
          <a:xfrm>
            <a:off x="304920" y="914400"/>
            <a:ext cx="8534160" cy="57146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Levelלחץ כדי לערוך סגנונות טקסט של תבנית בסיס</a:t>
            </a:r>
          </a:p>
          <a:p>
            <a:pPr marL="3456000" lvl="7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רמה שנייה</a:t>
            </a:r>
          </a:p>
          <a:p>
            <a:pPr marL="3888000" lvl="8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רמה שלישית</a:t>
            </a:r>
          </a:p>
          <a:p>
            <a:pPr marL="4320000" lvl="0" indent="-216000">
              <a:lnSpc>
                <a:spcPct val="100000"/>
              </a:lnSpc>
              <a:spcBef>
                <a:spcPts val="371"/>
              </a:spcBef>
              <a:buClr>
                <a:srgbClr val="FFFFFF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רמה רביעית</a:t>
            </a:r>
          </a:p>
          <a:p>
            <a:pPr marL="4320000" lvl="0" indent="-216000">
              <a:lnSpc>
                <a:spcPct val="100000"/>
              </a:lnSpc>
              <a:spcBef>
                <a:spcPts val="371"/>
              </a:spcBef>
              <a:buClr>
                <a:srgbClr val="FFFFFF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רמה חמישית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שקופית כותרת_">
    <p:bg>
      <p:bgPr>
        <a:gradFill rotWithShape="0">
          <a:gsLst>
            <a:gs pos="0">
              <a:srgbClr val="000000"/>
            </a:gs>
            <a:gs pos="100000">
              <a:srgbClr val="FFFFFF"/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מלבן 8" hidden="1"/>
          <p:cNvSpPr/>
          <p:nvPr/>
        </p:nvSpPr>
        <p:spPr>
          <a:xfrm>
            <a:off x="0" y="0"/>
            <a:ext cx="9143640" cy="6857640"/>
          </a:xfrm>
          <a:prstGeom prst="rect">
            <a:avLst/>
          </a:prstGeom>
          <a:solidFill>
            <a:srgbClr val="FFFFFF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מלבן מעוגל 7" hidden="1"/>
          <p:cNvSpPr/>
          <p:nvPr/>
        </p:nvSpPr>
        <p:spPr>
          <a:xfrm>
            <a:off x="64080" y="69840"/>
            <a:ext cx="9012960" cy="6693120"/>
          </a:xfrm>
          <a:prstGeom prst="roundRect">
            <a:avLst>
              <a:gd name="adj" fmla="val 4929"/>
            </a:avLst>
          </a:prstGeom>
          <a:solidFill>
            <a:srgbClr val="FFFFFF"/>
          </a:solidFill>
          <a:ln w="6480">
            <a:solidFill>
              <a:srgbClr val="000000"/>
            </a:solidFill>
            <a:round/>
          </a:ln>
          <a:effectLst>
            <a:outerShdw dist="25560" dir="5400000" rotWithShape="0">
              <a:srgbClr val="000000">
                <a:alpha val="5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מלבן 11"/>
          <p:cNvSpPr/>
          <p:nvPr/>
        </p:nvSpPr>
        <p:spPr>
          <a:xfrm>
            <a:off x="0" y="0"/>
            <a:ext cx="9143640" cy="6857640"/>
          </a:xfrm>
          <a:prstGeom prst="rect">
            <a:avLst/>
          </a:prstGeom>
          <a:solidFill>
            <a:srgbClr val="FFFFFF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מלבן מעוגל 12"/>
          <p:cNvSpPr/>
          <p:nvPr/>
        </p:nvSpPr>
        <p:spPr>
          <a:xfrm>
            <a:off x="65160" y="69840"/>
            <a:ext cx="9012960" cy="6691680"/>
          </a:xfrm>
          <a:prstGeom prst="roundRect">
            <a:avLst>
              <a:gd name="adj" fmla="val 4929"/>
            </a:avLst>
          </a:prstGeom>
          <a:solidFill>
            <a:srgbClr val="FFFFFF"/>
          </a:solidFill>
          <a:ln w="6480">
            <a:solidFill>
              <a:srgbClr val="000000"/>
            </a:solidFill>
            <a:round/>
          </a:ln>
          <a:effectLst>
            <a:outerShdw dist="25560" dir="5400000" rotWithShape="0">
              <a:srgbClr val="000000">
                <a:alpha val="5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PlaceHolder 1"/>
          <p:cNvSpPr>
            <a:spLocks noGrp="1"/>
          </p:cNvSpPr>
          <p:nvPr>
            <p:ph type="dt" idx="13"/>
          </p:nvPr>
        </p:nvSpPr>
        <p:spPr>
          <a:xfrm>
            <a:off x="6172200" y="6191280"/>
            <a:ext cx="2476080" cy="475920"/>
          </a:xfrm>
          <a:prstGeom prst="rect">
            <a:avLst/>
          </a:prstGeom>
          <a:solidFill>
            <a:srgbClr val="FFFFFF"/>
          </a:solidFill>
          <a:ln w="38160">
            <a:solidFill>
              <a:srgbClr val="FFFFFF"/>
            </a:solidFill>
            <a:round/>
          </a:ln>
          <a:effectLst>
            <a:outerShdw dist="25560" dir="5400000" rotWithShape="0">
              <a:srgbClr val="000000">
                <a:alpha val="50000"/>
              </a:srgbClr>
            </a:outerShdw>
          </a:effectLst>
        </p:spPr>
        <p:txBody>
          <a:bodyPr lIns="90000" tIns="45000" rIns="90000" bIns="45000" anchor="ctr">
            <a:noAutofit/>
          </a:bodyPr>
          <a:lstStyle>
            <a:lvl1pPr indent="0" algn="r" rtl="1">
              <a:lnSpc>
                <a:spcPct val="100000"/>
              </a:lnSpc>
              <a:buNone/>
              <a:defRPr lang="en-US" sz="24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r" rtl="1">
              <a:lnSpc>
                <a:spcPct val="100000"/>
              </a:lnSpc>
              <a:buNone/>
            </a:pPr>
            <a:fld id="{7EDB19B3-6FBE-4F7B-A436-0BA2AB3775EB}" type="datetime">
              <a:rPr lang="en-US" sz="2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2026-03-21</a:t>
            </a:fld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ftr" idx="14"/>
          </p:nvPr>
        </p:nvSpPr>
        <p:spPr>
          <a:xfrm>
            <a:off x="228600" y="6172200"/>
            <a:ext cx="4647960" cy="456840"/>
          </a:xfrm>
          <a:prstGeom prst="rect">
            <a:avLst/>
          </a:prstGeom>
          <a:solidFill>
            <a:srgbClr val="FFFFFF"/>
          </a:solidFill>
          <a:ln w="38160">
            <a:solidFill>
              <a:srgbClr val="FFFFFF"/>
            </a:solidFill>
            <a:round/>
          </a:ln>
          <a:effectLst>
            <a:outerShdw dist="25560" dir="5400000" rotWithShape="0">
              <a:srgbClr val="000000">
                <a:alpha val="50000"/>
              </a:srgbClr>
            </a:outerShdw>
          </a:effectLst>
        </p:spPr>
        <p:txBody>
          <a:bodyPr lIns="90000" tIns="45000" rIns="90000" bIns="45000" anchor="ctr">
            <a:noAutofit/>
          </a:bodyPr>
          <a:lstStyle>
            <a:lvl1pPr indent="0" algn="r" rtl="1">
              <a:lnSpc>
                <a:spcPct val="100000"/>
              </a:lnSpc>
              <a:buNone/>
              <a:defRPr lang="en-US" sz="24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r" rtl="1">
              <a:lnSpc>
                <a:spcPct val="100000"/>
              </a:lnSpc>
              <a:buNone/>
            </a:pPr>
            <a:r>
              <a:rPr lang="en-US" sz="2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sldNum" idx="15"/>
          </p:nvPr>
        </p:nvSpPr>
        <p:spPr>
          <a:xfrm>
            <a:off x="0" y="6553080"/>
            <a:ext cx="304560" cy="304560"/>
          </a:xfrm>
          <a:prstGeom prst="rect">
            <a:avLst/>
          </a:prstGeom>
          <a:solidFill>
            <a:srgbClr val="D34817"/>
          </a:solidFill>
          <a:ln w="0">
            <a:noFill/>
          </a:ln>
        </p:spPr>
        <p:txBody>
          <a:bodyPr lIns="0" tIns="0" rIns="0" bIns="0" anchor="ctr" anchorCtr="1">
            <a:noAutofit/>
          </a:bodyPr>
          <a:lstStyle>
            <a:lvl1pPr indent="0" algn="ctr">
              <a:lnSpc>
                <a:spcPct val="100000"/>
              </a:lnSpc>
              <a:buNone/>
              <a:def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fld id="{E4CE5014-F0DE-4C6C-8DCA-89325FDB1999}" type="slidenum"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‹#›</a:t>
            </a:fld>
            <a:endParaRPr lang="en-US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מלבן 6"/>
          <p:cNvSpPr/>
          <p:nvPr/>
        </p:nvSpPr>
        <p:spPr>
          <a:xfrm>
            <a:off x="63000" y="1449360"/>
            <a:ext cx="9021240" cy="1527120"/>
          </a:xfrm>
          <a:prstGeom prst="rect">
            <a:avLst/>
          </a:prstGeom>
          <a:solidFill>
            <a:srgbClr val="D34817"/>
          </a:solidFill>
          <a:ln w="19080">
            <a:noFill/>
          </a:ln>
          <a:effectLst>
            <a:outerShdw dist="25560" dir="5400000" rotWithShape="0">
              <a:srgbClr val="000000">
                <a:alpha val="5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" name="מלבן 9"/>
          <p:cNvSpPr/>
          <p:nvPr/>
        </p:nvSpPr>
        <p:spPr>
          <a:xfrm>
            <a:off x="63000" y="1396800"/>
            <a:ext cx="9021240" cy="120240"/>
          </a:xfrm>
          <a:prstGeom prst="rect">
            <a:avLst/>
          </a:prstGeom>
          <a:solidFill>
            <a:srgbClr val="E5B1AB"/>
          </a:solidFill>
          <a:ln w="19080">
            <a:noFill/>
          </a:ln>
          <a:effectLst>
            <a:outerShdw dist="25560" dir="5400000" rotWithShape="0">
              <a:srgbClr val="000000">
                <a:alpha val="5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מלבן 10"/>
          <p:cNvSpPr/>
          <p:nvPr/>
        </p:nvSpPr>
        <p:spPr>
          <a:xfrm>
            <a:off x="63000" y="2976480"/>
            <a:ext cx="9021240" cy="110160"/>
          </a:xfrm>
          <a:prstGeom prst="rect">
            <a:avLst/>
          </a:prstGeom>
          <a:solidFill>
            <a:srgbClr val="918485"/>
          </a:solidFill>
          <a:ln w="19080">
            <a:noFill/>
          </a:ln>
          <a:effectLst>
            <a:outerShdw dist="25560" dir="5400000" rotWithShape="0">
              <a:srgbClr val="000000">
                <a:alpha val="5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title"/>
          </p:nvPr>
        </p:nvSpPr>
        <p:spPr>
          <a:xfrm>
            <a:off x="457200" y="1505880"/>
            <a:ext cx="8229240" cy="1469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en-US" sz="40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לחץ כדי לערוך סגנון כותרת של תבנית בסיס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e-I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1505880"/>
            <a:ext cx="8229240" cy="1469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en-US" sz="40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Classes in C++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כותרת משנה 3"/>
          <p:cNvSpPr txBox="1"/>
          <p:nvPr/>
        </p:nvSpPr>
        <p:spPr>
          <a:xfrm>
            <a:off x="1920240" y="4114800"/>
            <a:ext cx="5211720" cy="21031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endParaRPr lang="en-US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16000" indent="-216000"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6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Version 1: Dr. Ofir Pele</a:t>
            </a:r>
          </a:p>
          <a:p>
            <a:pPr marL="216000" indent="-216000"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6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Version 2: Dr. Miri Ben-Nissan</a:t>
            </a:r>
          </a:p>
          <a:p>
            <a:pPr marL="216000" indent="-216000"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6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Version 3: Dr. Erel Segal-Halevi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sldNum" idx="19"/>
          </p:nvPr>
        </p:nvSpPr>
        <p:spPr>
          <a:xfrm>
            <a:off x="0" y="6553080"/>
            <a:ext cx="304560" cy="304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 anchorCtr="1">
            <a:noAutofit/>
          </a:bodyPr>
          <a:lstStyle>
            <a:lvl1pPr indent="0" algn="ctr">
              <a:lnSpc>
                <a:spcPct val="100000"/>
              </a:lnSpc>
              <a:buNone/>
              <a:def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fld id="{276FD0C4-A3B0-4E81-87D8-C25474E92632}" type="slidenum"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2</a:t>
            </a:fld>
            <a:endParaRPr lang="en-US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graphicFrame>
        <p:nvGraphicFramePr>
          <p:cNvPr id="61" name="Table 60"/>
          <p:cNvGraphicFramePr/>
          <p:nvPr/>
        </p:nvGraphicFramePr>
        <p:xfrm>
          <a:off x="273960" y="136080"/>
          <a:ext cx="8570160" cy="6695280"/>
        </p:xfrm>
        <a:graphic>
          <a:graphicData uri="http://schemas.openxmlformats.org/drawingml/2006/table">
            <a:tbl>
              <a:tblPr/>
              <a:tblGrid>
                <a:gridCol w="2142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80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92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543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19640">
                <a:tc>
                  <a:txBody>
                    <a:bodyPr/>
                    <a:lstStyle/>
                    <a:p>
                      <a:pPr algn="ctr"/>
                      <a:endParaRPr lang="en-US" sz="3200" b="1" u="none" strike="noStrike">
                        <a:solidFill>
                          <a:srgbClr val="3333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B3B3B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u="none" strike="noStrike">
                          <a:solidFill>
                            <a:srgbClr val="CE181E"/>
                          </a:solidFill>
                          <a:effectLst/>
                          <a:uFillTx/>
                          <a:latin typeface="Arial"/>
                        </a:rPr>
                        <a:t>C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B3B3B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u="none" strike="noStrike">
                          <a:solidFill>
                            <a:srgbClr val="990099"/>
                          </a:solidFill>
                          <a:effectLst/>
                          <a:uFillTx/>
                          <a:latin typeface="Arial"/>
                        </a:rPr>
                        <a:t>C++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B3B3B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u="none" strike="noStrike">
                          <a:solidFill>
                            <a:srgbClr val="0000FF"/>
                          </a:solidFill>
                          <a:effectLst/>
                          <a:uFillTx/>
                          <a:latin typeface="Arial"/>
                        </a:rPr>
                        <a:t>Java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B3B3B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9640">
                <a:tc>
                  <a:txBody>
                    <a:bodyPr/>
                    <a:lstStyle/>
                    <a:p>
                      <a:pPr algn="ctr"/>
                      <a:r>
                        <a:rPr lang="en-US" sz="32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Keyword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0" u="none" strike="noStrike">
                          <a:solidFill>
                            <a:srgbClr val="993366"/>
                          </a:solidFill>
                          <a:effectLst/>
                          <a:uFillTx/>
                          <a:latin typeface="Arial"/>
                        </a:rPr>
                        <a:t>struct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0" u="none" strike="noStrike">
                          <a:solidFill>
                            <a:srgbClr val="993366"/>
                          </a:solidFill>
                          <a:effectLst/>
                          <a:uFillTx/>
                          <a:latin typeface="Arial"/>
                        </a:rPr>
                        <a:t>class/struct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0" u="none" strike="noStrike">
                          <a:solidFill>
                            <a:srgbClr val="993366"/>
                          </a:solidFill>
                          <a:effectLst/>
                          <a:uFillTx/>
                          <a:latin typeface="Arial"/>
                        </a:rPr>
                        <a:t>class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9640">
                <a:tc>
                  <a:txBody>
                    <a:bodyPr/>
                    <a:lstStyle/>
                    <a:p>
                      <a:pPr algn="ctr"/>
                      <a:r>
                        <a:rPr lang="en-US" sz="32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Attributes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0" u="none" strike="noStrike">
                          <a:solidFill>
                            <a:srgbClr val="00CC00"/>
                          </a:solidFill>
                          <a:effectLst/>
                          <a:uFillTx/>
                          <a:latin typeface="Arial"/>
                        </a:rPr>
                        <a:t>Yes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0" u="none" strike="noStrike">
                          <a:solidFill>
                            <a:srgbClr val="00CC00"/>
                          </a:solidFill>
                          <a:effectLst/>
                          <a:uFillTx/>
                          <a:latin typeface="Arial"/>
                        </a:rPr>
                        <a:t>Yes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0" u="none" strike="noStrike">
                          <a:solidFill>
                            <a:srgbClr val="00CC00"/>
                          </a:solidFill>
                          <a:effectLst/>
                          <a:uFillTx/>
                          <a:latin typeface="Arial"/>
                        </a:rPr>
                        <a:t>Yes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9640">
                <a:tc>
                  <a:txBody>
                    <a:bodyPr/>
                    <a:lstStyle/>
                    <a:p>
                      <a:pPr algn="ctr"/>
                      <a:r>
                        <a:rPr lang="en-US" sz="32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Methods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0" u="none" strike="noStrike">
                          <a:solidFill>
                            <a:srgbClr val="FF3333"/>
                          </a:solidFill>
                          <a:effectLst/>
                          <a:uFillTx/>
                          <a:latin typeface="Arial"/>
                        </a:rPr>
                        <a:t>No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0" u="none" strike="noStrike">
                          <a:solidFill>
                            <a:srgbClr val="00CC00"/>
                          </a:solidFill>
                          <a:effectLst/>
                          <a:uFillTx/>
                          <a:latin typeface="Arial"/>
                        </a:rPr>
                        <a:t>Yes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0" u="none" strike="noStrike">
                          <a:solidFill>
                            <a:srgbClr val="00CC00"/>
                          </a:solidFill>
                          <a:effectLst/>
                          <a:uFillTx/>
                          <a:latin typeface="Arial"/>
                        </a:rPr>
                        <a:t>Yes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19640">
                <a:tc>
                  <a:txBody>
                    <a:bodyPr/>
                    <a:lstStyle/>
                    <a:p>
                      <a:pPr algn="ctr"/>
                      <a:r>
                        <a:rPr lang="en-US" sz="32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Access control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0" u="none" strike="noStrike">
                          <a:solidFill>
                            <a:srgbClr val="FF3333"/>
                          </a:solidFill>
                          <a:effectLst/>
                          <a:uFillTx/>
                          <a:latin typeface="Arial"/>
                        </a:rPr>
                        <a:t>all public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0" u="none" strike="noStrike">
                          <a:solidFill>
                            <a:srgbClr val="00CC00"/>
                          </a:solidFill>
                          <a:effectLst/>
                          <a:uFillTx/>
                          <a:latin typeface="Arial"/>
                        </a:rPr>
                        <a:t>public or private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0" u="none" strike="noStrike">
                          <a:solidFill>
                            <a:srgbClr val="00CC00"/>
                          </a:solidFill>
                          <a:effectLst/>
                          <a:uFillTx/>
                          <a:latin typeface="Arial"/>
                        </a:rPr>
                        <a:t>public or private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19640">
                <a:tc>
                  <a:txBody>
                    <a:bodyPr/>
                    <a:lstStyle/>
                    <a:p>
                      <a:pPr algn="ctr"/>
                      <a:r>
                        <a:rPr lang="en-US" sz="32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Memory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0" u="none" strike="noStrike">
                          <a:solidFill>
                            <a:srgbClr val="00CC00"/>
                          </a:solidFill>
                          <a:effectLst/>
                          <a:uFillTx/>
                          <a:latin typeface="Arial"/>
                        </a:rPr>
                        <a:t>stack/heap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0" u="none" strike="noStrike">
                          <a:solidFill>
                            <a:srgbClr val="00CC00"/>
                          </a:solidFill>
                          <a:effectLst/>
                          <a:uFillTx/>
                          <a:latin typeface="Arial"/>
                        </a:rPr>
                        <a:t>stack/heap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0" u="none" strike="noStrike">
                          <a:solidFill>
                            <a:srgbClr val="FF3333"/>
                          </a:solidFill>
                          <a:effectLst/>
                          <a:uFillTx/>
                          <a:latin typeface="Arial"/>
                        </a:rPr>
                        <a:t>heap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19640">
                <a:tc>
                  <a:txBody>
                    <a:bodyPr/>
                    <a:lstStyle/>
                    <a:p>
                      <a:pPr algn="ctr"/>
                      <a:r>
                        <a:rPr lang="en-US" sz="32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Operators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0" u="none" strike="noStrike">
                          <a:solidFill>
                            <a:srgbClr val="FF3333"/>
                          </a:solidFill>
                          <a:effectLst/>
                          <a:uFillTx/>
                          <a:latin typeface="Arial"/>
                        </a:rPr>
                        <a:t>No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0" u="none" strike="noStrike">
                          <a:solidFill>
                            <a:srgbClr val="00CC00"/>
                          </a:solidFill>
                          <a:effectLst/>
                          <a:uFillTx/>
                          <a:latin typeface="Arial"/>
                        </a:rPr>
                        <a:t>Yes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0" u="none" strike="noStrike">
                          <a:solidFill>
                            <a:srgbClr val="FF3333"/>
                          </a:solidFill>
                          <a:effectLst/>
                          <a:uFillTx/>
                          <a:latin typeface="Arial"/>
                        </a:rPr>
                        <a:t>No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719640">
                <a:tc>
                  <a:txBody>
                    <a:bodyPr/>
                    <a:lstStyle/>
                    <a:p>
                      <a:pPr algn="ctr"/>
                      <a:r>
                        <a:rPr lang="en-US" sz="32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Filename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0" u="none" strike="noStrike">
                          <a:solidFill>
                            <a:srgbClr val="993366"/>
                          </a:solidFill>
                          <a:effectLst/>
                          <a:uFillTx/>
                          <a:latin typeface="Arial"/>
                        </a:rPr>
                        <a:t>any </a:t>
                      </a:r>
                      <a:r>
                        <a:rPr lang="en-US" sz="2400" b="0" u="none" strike="noStrike">
                          <a:solidFill>
                            <a:srgbClr val="993366"/>
                          </a:solidFill>
                          <a:effectLst/>
                          <a:uFillTx/>
                          <a:latin typeface="Arial"/>
                        </a:rPr>
                        <a:t>(usually: </a:t>
                      </a:r>
                      <a:r>
                        <a:rPr lang="en-US" sz="2400" b="0" i="1" u="none" strike="noStrike">
                          <a:solidFill>
                            <a:srgbClr val="993366"/>
                          </a:solidFill>
                          <a:effectLst/>
                          <a:uFillTx/>
                          <a:latin typeface="Arial"/>
                        </a:rPr>
                        <a:t>name</a:t>
                      </a:r>
                      <a:r>
                        <a:rPr lang="en-US" sz="2400" b="0" u="none" strike="noStrike">
                          <a:solidFill>
                            <a:srgbClr val="993366"/>
                          </a:solidFill>
                          <a:effectLst/>
                          <a:uFillTx/>
                          <a:latin typeface="Arial"/>
                        </a:rPr>
                        <a:t>.h)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0" u="none" strike="noStrike">
                          <a:solidFill>
                            <a:srgbClr val="993366"/>
                          </a:solidFill>
                          <a:effectLst/>
                          <a:uFillTx/>
                          <a:latin typeface="Arial"/>
                        </a:rPr>
                        <a:t>any</a:t>
                      </a:r>
                      <a:r>
                        <a:rPr lang="en-US" sz="1800" b="0" u="none" strike="noStrike">
                          <a:solidFill>
                            <a:srgbClr val="993366"/>
                          </a:solidFill>
                          <a:effectLst/>
                          <a:uFillTx/>
                          <a:latin typeface="Arial"/>
                        </a:rPr>
                        <a:t> </a:t>
                      </a:r>
                      <a:r>
                        <a:rPr lang="en-US" sz="2400" b="0" u="none" strike="noStrike">
                          <a:solidFill>
                            <a:srgbClr val="993366"/>
                          </a:solidFill>
                          <a:effectLst/>
                          <a:uFillTx/>
                          <a:latin typeface="Arial"/>
                        </a:rPr>
                        <a:t>(usually: </a:t>
                      </a:r>
                      <a:r>
                        <a:rPr lang="en-US" sz="2400" b="0" i="1" u="none" strike="noStrike">
                          <a:solidFill>
                            <a:srgbClr val="993366"/>
                          </a:solidFill>
                          <a:effectLst/>
                          <a:uFillTx/>
                          <a:latin typeface="Arial"/>
                        </a:rPr>
                        <a:t>name</a:t>
                      </a:r>
                      <a:r>
                        <a:rPr lang="en-US" sz="2400" b="0" u="none" strike="noStrike">
                          <a:solidFill>
                            <a:srgbClr val="993366"/>
                          </a:solidFill>
                          <a:effectLst/>
                          <a:uFillTx/>
                          <a:latin typeface="Arial"/>
                        </a:rPr>
                        <a:t>.hpp </a:t>
                      </a:r>
                      <a:r>
                        <a:rPr lang="en-US" sz="2400" b="0" i="1" u="none" strike="noStrike">
                          <a:solidFill>
                            <a:srgbClr val="993366"/>
                          </a:solidFill>
                          <a:effectLst/>
                          <a:uFillTx/>
                          <a:latin typeface="Arial"/>
                        </a:rPr>
                        <a:t>name</a:t>
                      </a:r>
                      <a:r>
                        <a:rPr lang="en-US" sz="2400" b="0" u="none" strike="noStrike">
                          <a:solidFill>
                            <a:srgbClr val="993366"/>
                          </a:solidFill>
                          <a:effectLst/>
                          <a:uFillTx/>
                          <a:latin typeface="Arial"/>
                        </a:rPr>
                        <a:t>.cpp)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i="1" u="none" strike="noStrike">
                          <a:solidFill>
                            <a:srgbClr val="993366"/>
                          </a:solidFill>
                          <a:effectLst/>
                          <a:uFillTx/>
                          <a:latin typeface="Arial"/>
                        </a:rPr>
                        <a:t>name</a:t>
                      </a:r>
                      <a:r>
                        <a:rPr lang="en-US" sz="2800" b="0" u="none" strike="noStrike">
                          <a:solidFill>
                            <a:srgbClr val="993366"/>
                          </a:solidFill>
                          <a:effectLst/>
                          <a:uFillTx/>
                          <a:latin typeface="Arial"/>
                        </a:rPr>
                        <a:t>.java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304920" y="274680"/>
            <a:ext cx="8534160" cy="6393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91440" anchor="b">
            <a:normAutofit fontScale="92500" lnSpcReduction="19999"/>
          </a:bodyPr>
          <a:lstStyle/>
          <a:p>
            <a:pPr indent="0">
              <a:lnSpc>
                <a:spcPct val="100000"/>
              </a:lnSpc>
              <a:buNone/>
            </a:pPr>
            <a:r>
              <a:rPr lang="en-US" sz="4000" b="0" u="none" strike="noStrike">
                <a:solidFill>
                  <a:srgbClr val="696464"/>
                </a:solidFill>
                <a:effectLst/>
                <a:uFillTx/>
                <a:latin typeface="Arial"/>
              </a:rPr>
              <a:t>structs and classes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 type="sldNum" idx="20"/>
          </p:nvPr>
        </p:nvSpPr>
        <p:spPr>
          <a:xfrm>
            <a:off x="0" y="6553080"/>
            <a:ext cx="304560" cy="304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 anchorCtr="1">
            <a:noAutofit/>
          </a:bodyPr>
          <a:lstStyle>
            <a:lvl1pPr indent="0" algn="ctr">
              <a:lnSpc>
                <a:spcPct val="100000"/>
              </a:lnSpc>
              <a:buNone/>
              <a:def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fld id="{927757A9-6B3A-4744-B35C-6DE803E7A3FC}" type="slidenum"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3</a:t>
            </a:fld>
            <a:endParaRPr lang="en-US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304920" y="914400"/>
            <a:ext cx="8534160" cy="57146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lstStyle/>
          <a:p>
            <a:pPr indent="0">
              <a:lnSpc>
                <a:spcPct val="100000"/>
              </a:lnSpc>
              <a:spcBef>
                <a:spcPts val="581"/>
              </a:spcBef>
              <a:buNone/>
              <a:tabLst>
                <a:tab pos="0" algn="l"/>
              </a:tabLst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Where did </a:t>
            </a:r>
            <a:r>
              <a:rPr lang="en-US" sz="2800" b="0" u="none" strike="noStrike">
                <a:solidFill>
                  <a:srgbClr val="0000FF"/>
                </a:solidFill>
                <a:effectLst/>
                <a:uFillTx/>
                <a:latin typeface="Consolas"/>
              </a:rPr>
              <a:t>struct</a:t>
            </a: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 go? </a:t>
            </a:r>
          </a:p>
          <a:p>
            <a:pPr marL="548640" lvl="1" indent="-228240">
              <a:lnSpc>
                <a:spcPct val="100000"/>
              </a:lnSpc>
              <a:spcBef>
                <a:spcPts val="371"/>
              </a:spcBef>
              <a:buClr>
                <a:srgbClr val="9B2D1F"/>
              </a:buClr>
              <a:buSzPct val="85000"/>
              <a:buFont typeface="Arial"/>
              <a:buChar char="•"/>
              <a:tabLst>
                <a:tab pos="0" algn="l"/>
              </a:tabLst>
            </a:pPr>
            <a:r>
              <a:rPr lang="en-US" sz="27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In C++ </a:t>
            </a:r>
            <a:r>
              <a:rPr lang="en-US" sz="2700" b="0" u="none" strike="noStrike">
                <a:solidFill>
                  <a:srgbClr val="0000FF"/>
                </a:solidFill>
                <a:effectLst/>
                <a:uFillTx/>
                <a:latin typeface="Consolas"/>
              </a:rPr>
              <a:t>class</a:t>
            </a:r>
            <a:r>
              <a:rPr lang="en-US" sz="27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==</a:t>
            </a:r>
            <a:r>
              <a:rPr lang="en-US" sz="2700" b="0" u="none" strike="noStrike">
                <a:solidFill>
                  <a:srgbClr val="0000FF"/>
                </a:solidFill>
                <a:effectLst/>
                <a:uFillTx/>
                <a:latin typeface="Consolas"/>
              </a:rPr>
              <a:t>struct</a:t>
            </a:r>
            <a:r>
              <a:rPr lang="en-US" sz="27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except that by default </a:t>
            </a:r>
            <a:r>
              <a:rPr lang="en-US" sz="2700" b="0" u="none" strike="noStrike">
                <a:solidFill>
                  <a:srgbClr val="0000FF"/>
                </a:solidFill>
                <a:effectLst/>
                <a:uFillTx/>
                <a:latin typeface="Consolas"/>
              </a:rPr>
              <a:t>struct </a:t>
            </a:r>
            <a:r>
              <a:rPr lang="en-US" sz="27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members are </a:t>
            </a:r>
            <a:r>
              <a:rPr lang="en-US" sz="27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public</a:t>
            </a:r>
            <a:r>
              <a:rPr lang="en-US" sz="27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and </a:t>
            </a:r>
            <a:r>
              <a:rPr lang="en-US" sz="2700" b="0" u="none" strike="noStrike">
                <a:solidFill>
                  <a:srgbClr val="0000FF"/>
                </a:solidFill>
                <a:effectLst/>
                <a:uFillTx/>
                <a:latin typeface="Consolas"/>
              </a:rPr>
              <a:t>class </a:t>
            </a:r>
            <a:r>
              <a:rPr lang="en-US" sz="27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members are </a:t>
            </a:r>
            <a:r>
              <a:rPr lang="en-US" sz="27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private</a:t>
            </a:r>
            <a:r>
              <a:rPr lang="en-US" sz="27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:</a:t>
            </a:r>
          </a:p>
        </p:txBody>
      </p:sp>
      <p:sp>
        <p:nvSpPr>
          <p:cNvPr id="65" name="Rectangle 3"/>
          <p:cNvSpPr/>
          <p:nvPr/>
        </p:nvSpPr>
        <p:spPr>
          <a:xfrm>
            <a:off x="228600" y="2895480"/>
            <a:ext cx="4190760" cy="365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spcBef>
                <a:spcPts val="581"/>
              </a:spcBef>
              <a:tabLst>
                <a:tab pos="0" algn="l"/>
              </a:tabLst>
            </a:pPr>
            <a:r>
              <a:rPr lang="en-US" sz="2800" b="0" u="none" strike="noStrike">
                <a:solidFill>
                  <a:srgbClr val="0000FF"/>
                </a:solidFill>
                <a:effectLst/>
                <a:uFillTx/>
                <a:latin typeface="Consolas"/>
              </a:rPr>
              <a:t>struct</a:t>
            </a: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 MyStruct </a:t>
            </a:r>
            <a:br>
              <a:rPr sz="2800"/>
            </a:b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{ </a:t>
            </a:r>
            <a:br>
              <a:rPr sz="2800"/>
            </a:b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   </a:t>
            </a:r>
            <a:r>
              <a:rPr lang="en-US" sz="2800" b="0" u="none" strike="noStrike">
                <a:solidFill>
                  <a:srgbClr val="0000FF"/>
                </a:solidFill>
                <a:effectLst/>
                <a:uFillTx/>
                <a:latin typeface="Consolas"/>
              </a:rPr>
              <a:t>int</a:t>
            </a: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 x;</a:t>
            </a:r>
            <a:br>
              <a:rPr sz="2800"/>
            </a:b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};</a:t>
            </a:r>
            <a:endParaRPr lang="en-US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581"/>
              </a:spcBef>
              <a:tabLst>
                <a:tab pos="0" algn="l"/>
              </a:tabLst>
            </a:pPr>
            <a:r>
              <a:rPr lang="en-US" sz="2800" b="0" u="none" strike="noStrike">
                <a:solidFill>
                  <a:srgbClr val="0000FF"/>
                </a:solidFill>
                <a:effectLst/>
                <a:uFillTx/>
                <a:latin typeface="Consolas"/>
              </a:rPr>
              <a:t>class </a:t>
            </a: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MyClass </a:t>
            </a:r>
            <a:br>
              <a:rPr sz="2800"/>
            </a:b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{ </a:t>
            </a:r>
            <a:br>
              <a:rPr sz="2800"/>
            </a:b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   </a:t>
            </a:r>
            <a:r>
              <a:rPr lang="en-US" sz="2800" b="0" u="none" strike="noStrike">
                <a:solidFill>
                  <a:srgbClr val="0000FF"/>
                </a:solidFill>
                <a:effectLst/>
                <a:uFillTx/>
                <a:latin typeface="Consolas"/>
              </a:rPr>
              <a:t>int</a:t>
            </a: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 x;</a:t>
            </a:r>
            <a:br>
              <a:rPr sz="2800"/>
            </a:b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}; </a:t>
            </a:r>
            <a:endParaRPr lang="en-US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" name="Rectangle 4"/>
          <p:cNvSpPr/>
          <p:nvPr/>
        </p:nvSpPr>
        <p:spPr>
          <a:xfrm>
            <a:off x="4419720" y="2743200"/>
            <a:ext cx="4495320" cy="365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spcBef>
                <a:spcPts val="581"/>
              </a:spcBef>
              <a:tabLst>
                <a:tab pos="0" algn="l"/>
              </a:tabLst>
            </a:pPr>
            <a:r>
              <a:rPr lang="en-US" sz="2800" b="0" u="none" strike="noStrike">
                <a:solidFill>
                  <a:srgbClr val="0000FF"/>
                </a:solidFill>
                <a:effectLst/>
                <a:uFillTx/>
                <a:latin typeface="Consolas"/>
              </a:rPr>
              <a:t>int</a:t>
            </a: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 main() </a:t>
            </a:r>
            <a:br>
              <a:rPr sz="2800"/>
            </a:b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{ </a:t>
            </a:r>
            <a:br>
              <a:rPr sz="2800"/>
            </a:b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   MyStruct s; </a:t>
            </a:r>
            <a:br>
              <a:rPr sz="2800"/>
            </a:br>
            <a:r>
              <a:rPr lang="en-US" sz="2800" b="0" u="none" strike="noStrike">
                <a:solidFill>
                  <a:srgbClr val="008000"/>
                </a:solidFill>
                <a:effectLst/>
                <a:uFillTx/>
                <a:latin typeface="Consolas"/>
              </a:rPr>
              <a:t>   </a:t>
            </a: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s.x = </a:t>
            </a:r>
            <a:r>
              <a:rPr lang="en-US" sz="2800" b="0" u="none" strike="noStrike">
                <a:solidFill>
                  <a:srgbClr val="800080"/>
                </a:solidFill>
                <a:effectLst/>
                <a:uFillTx/>
                <a:latin typeface="Consolas"/>
              </a:rPr>
              <a:t>1</a:t>
            </a: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; </a:t>
            </a:r>
            <a:r>
              <a:rPr lang="en-US" sz="2800" b="0" u="none" strike="noStrike">
                <a:solidFill>
                  <a:srgbClr val="008000"/>
                </a:solidFill>
                <a:effectLst/>
                <a:uFillTx/>
                <a:latin typeface="Consolas"/>
              </a:rPr>
              <a:t>// ok</a:t>
            </a: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 </a:t>
            </a:r>
            <a:br>
              <a:rPr sz="2800"/>
            </a:b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   MyClass c; </a:t>
            </a:r>
            <a:br>
              <a:rPr sz="2800"/>
            </a:br>
            <a:r>
              <a:rPr lang="en-US" sz="2800" b="0" u="none" strike="noStrike">
                <a:solidFill>
                  <a:srgbClr val="FF0000"/>
                </a:solidFill>
                <a:effectLst/>
                <a:uFillTx/>
                <a:latin typeface="Consolas"/>
              </a:rPr>
              <a:t>   c.x = 1; // error</a:t>
            </a: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 </a:t>
            </a:r>
            <a:br>
              <a:rPr sz="2800"/>
            </a:b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} </a:t>
            </a:r>
            <a:br>
              <a:rPr sz="2800"/>
            </a:br>
            <a:br>
              <a:rPr sz="2800"/>
            </a:br>
            <a:endParaRPr lang="en-US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581"/>
              </a:spcBef>
              <a:tabLst>
                <a:tab pos="0" algn="l"/>
              </a:tabLst>
            </a:pPr>
            <a:br>
              <a:rPr sz="2800"/>
            </a:br>
            <a:endParaRPr lang="en-US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304920" y="274680"/>
            <a:ext cx="8534160" cy="6393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91440" anchor="b">
            <a:normAutofit fontScale="92500" lnSpcReduction="19999"/>
          </a:bodyPr>
          <a:lstStyle/>
          <a:p>
            <a:pPr indent="0">
              <a:lnSpc>
                <a:spcPct val="100000"/>
              </a:lnSpc>
              <a:buNone/>
            </a:pPr>
            <a:r>
              <a:rPr lang="en-US" sz="4000" b="0" u="none" strike="noStrike">
                <a:solidFill>
                  <a:srgbClr val="696464"/>
                </a:solidFill>
                <a:effectLst/>
                <a:uFillTx/>
                <a:latin typeface="Arial"/>
              </a:rPr>
              <a:t>structs &amp; classes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 type="sldNum" idx="21"/>
          </p:nvPr>
        </p:nvSpPr>
        <p:spPr>
          <a:xfrm>
            <a:off x="0" y="6553080"/>
            <a:ext cx="304560" cy="304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 anchorCtr="1">
            <a:noAutofit/>
          </a:bodyPr>
          <a:lstStyle>
            <a:lvl1pPr indent="0" algn="ctr">
              <a:lnSpc>
                <a:spcPct val="100000"/>
              </a:lnSpc>
              <a:buNone/>
              <a:def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fld id="{895660FF-D022-4F28-8AA7-381BCE3D53F5}" type="slidenum"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4</a:t>
            </a:fld>
            <a:endParaRPr lang="en-US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304920" y="914400"/>
            <a:ext cx="3627000" cy="5714640"/>
          </a:xfrm>
          <a:prstGeom prst="rect">
            <a:avLst/>
          </a:prstGeom>
          <a:noFill/>
          <a:ln w="0">
            <a:solidFill>
              <a:srgbClr val="579D1C"/>
            </a:solidFill>
          </a:ln>
        </p:spPr>
        <p:txBody>
          <a:bodyPr lIns="90000" tIns="45000" rIns="90000" bIns="45000" anchor="t">
            <a:normAutofit fontScale="77500" lnSpcReduction="19999"/>
          </a:bodyPr>
          <a:lstStyle/>
          <a:p>
            <a:pPr indent="0">
              <a:lnSpc>
                <a:spcPct val="100000"/>
              </a:lnSpc>
              <a:spcBef>
                <a:spcPts val="581"/>
              </a:spcBef>
              <a:buNone/>
              <a:tabLst>
                <a:tab pos="0" algn="l"/>
              </a:tabLst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All of these are the same:</a:t>
            </a:r>
          </a:p>
          <a:p>
            <a:pPr indent="0">
              <a:lnSpc>
                <a:spcPct val="100000"/>
              </a:lnSpc>
              <a:spcBef>
                <a:spcPts val="581"/>
              </a:spcBef>
              <a:buNone/>
              <a:tabLst>
                <a:tab pos="0" algn="l"/>
              </a:tabLst>
            </a:pPr>
            <a:r>
              <a:rPr lang="en-US" sz="2800" b="0" u="none" strike="noStrike">
                <a:solidFill>
                  <a:srgbClr val="0000FF"/>
                </a:solidFill>
                <a:effectLst/>
                <a:uFillTx/>
                <a:latin typeface="Consolas"/>
              </a:rPr>
              <a:t>struct</a:t>
            </a: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 A</a:t>
            </a:r>
            <a:br>
              <a:rPr sz="2800"/>
            </a:b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{ </a:t>
            </a:r>
            <a:br>
              <a:rPr sz="2800"/>
            </a:b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   </a:t>
            </a:r>
            <a:r>
              <a:rPr lang="en-US" sz="2800" b="0" u="none" strike="noStrike">
                <a:solidFill>
                  <a:srgbClr val="0000FF"/>
                </a:solidFill>
                <a:effectLst/>
                <a:uFillTx/>
                <a:latin typeface="Consolas"/>
              </a:rPr>
              <a:t>int</a:t>
            </a: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 x;</a:t>
            </a:r>
            <a:br>
              <a:rPr sz="2800"/>
            </a:b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};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581"/>
              </a:spcBef>
              <a:buNone/>
              <a:tabLst>
                <a:tab pos="0" algn="l"/>
              </a:tabLst>
            </a:pP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581"/>
              </a:spcBef>
              <a:buNone/>
              <a:tabLst>
                <a:tab pos="0" algn="l"/>
              </a:tabLst>
            </a:pPr>
            <a:r>
              <a:rPr lang="en-US" sz="2800" b="0" u="none" strike="noStrike">
                <a:solidFill>
                  <a:srgbClr val="0000FF"/>
                </a:solidFill>
                <a:effectLst/>
                <a:uFillTx/>
                <a:latin typeface="Consolas"/>
              </a:rPr>
              <a:t>struct</a:t>
            </a: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 A</a:t>
            </a:r>
            <a:br>
              <a:rPr sz="2800"/>
            </a:b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{ </a:t>
            </a:r>
            <a:br>
              <a:rPr sz="2800"/>
            </a:b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   </a:t>
            </a:r>
            <a:r>
              <a:rPr lang="en-US" sz="2800" b="0" u="none" strike="noStrike">
                <a:solidFill>
                  <a:srgbClr val="0000FF"/>
                </a:solidFill>
                <a:effectLst/>
                <a:uFillTx/>
                <a:latin typeface="Consolas"/>
              </a:rPr>
              <a:t>public: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581"/>
              </a:spcBef>
              <a:buNone/>
              <a:tabLst>
                <a:tab pos="0" algn="l"/>
              </a:tabLst>
            </a:pPr>
            <a:r>
              <a:rPr lang="en-US" sz="2800" b="0" u="none" strike="noStrike">
                <a:solidFill>
                  <a:srgbClr val="0000FF"/>
                </a:solidFill>
                <a:effectLst/>
                <a:uFillTx/>
                <a:latin typeface="Consolas"/>
              </a:rPr>
              <a:t>   int</a:t>
            </a: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 x;</a:t>
            </a:r>
            <a:br>
              <a:rPr sz="2800"/>
            </a:b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};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581"/>
              </a:spcBef>
              <a:buNone/>
              <a:tabLst>
                <a:tab pos="0" algn="l"/>
              </a:tabLst>
            </a:pP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581"/>
              </a:spcBef>
              <a:buNone/>
              <a:tabLst>
                <a:tab pos="0" algn="l"/>
              </a:tabLst>
            </a:pPr>
            <a:r>
              <a:rPr lang="en-US" sz="2800" b="0" u="none" strike="noStrike">
                <a:solidFill>
                  <a:srgbClr val="0000FF"/>
                </a:solidFill>
                <a:effectLst/>
                <a:uFillTx/>
                <a:latin typeface="Consolas"/>
              </a:rPr>
              <a:t>class </a:t>
            </a: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A</a:t>
            </a:r>
            <a:br>
              <a:rPr sz="2800"/>
            </a:b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{ </a:t>
            </a:r>
            <a:br>
              <a:rPr sz="2800"/>
            </a:b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   </a:t>
            </a:r>
            <a:r>
              <a:rPr lang="en-US" sz="2800" b="0" u="none" strike="noStrike">
                <a:solidFill>
                  <a:srgbClr val="0000FF"/>
                </a:solidFill>
                <a:effectLst/>
                <a:uFillTx/>
                <a:latin typeface="Consolas"/>
              </a:rPr>
              <a:t>public: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581"/>
              </a:spcBef>
              <a:buNone/>
              <a:tabLst>
                <a:tab pos="0" algn="l"/>
              </a:tabLst>
            </a:pPr>
            <a:r>
              <a:rPr lang="en-US" sz="2800" b="0" u="none" strike="noStrike">
                <a:solidFill>
                  <a:srgbClr val="0000FF"/>
                </a:solidFill>
                <a:effectLst/>
                <a:uFillTx/>
                <a:latin typeface="Consolas"/>
              </a:rPr>
              <a:t>   int</a:t>
            </a: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 x;</a:t>
            </a:r>
            <a:br>
              <a:rPr sz="2800"/>
            </a:b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};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581"/>
              </a:spcBef>
              <a:buNone/>
              <a:tabLst>
                <a:tab pos="0" algn="l"/>
              </a:tabLst>
            </a:pP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581"/>
              </a:spcBef>
              <a:buNone/>
              <a:tabLst>
                <a:tab pos="0" algn="l"/>
              </a:tabLst>
            </a:pP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581"/>
              </a:spcBef>
              <a:buNone/>
              <a:tabLst>
                <a:tab pos="0" algn="l"/>
              </a:tabLst>
            </a:pP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206240" y="914400"/>
            <a:ext cx="4663440" cy="5714640"/>
          </a:xfrm>
          <a:prstGeom prst="rect">
            <a:avLst/>
          </a:prstGeom>
          <a:noFill/>
          <a:ln w="0">
            <a:solidFill>
              <a:srgbClr val="3465A4"/>
            </a:solidFill>
          </a:ln>
        </p:spPr>
        <p:txBody>
          <a:bodyPr lIns="90000" tIns="45000" rIns="90000" bIns="45000" anchor="t">
            <a:normAutofit fontScale="77500" lnSpcReduction="19999"/>
          </a:bodyPr>
          <a:lstStyle/>
          <a:p>
            <a:pPr indent="0">
              <a:lnSpc>
                <a:spcPct val="100000"/>
              </a:lnSpc>
              <a:spcBef>
                <a:spcPts val="581"/>
              </a:spcBef>
              <a:buNone/>
              <a:tabLst>
                <a:tab pos="0" algn="l"/>
              </a:tabLst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All of these are the same (and useless):</a:t>
            </a:r>
          </a:p>
          <a:p>
            <a:pPr indent="0">
              <a:lnSpc>
                <a:spcPct val="100000"/>
              </a:lnSpc>
              <a:spcBef>
                <a:spcPts val="581"/>
              </a:spcBef>
              <a:buNone/>
              <a:tabLst>
                <a:tab pos="0" algn="l"/>
              </a:tabLst>
            </a:pPr>
            <a:r>
              <a:rPr lang="en-US" sz="2800" b="0" u="none" strike="noStrike">
                <a:solidFill>
                  <a:srgbClr val="0000FF"/>
                </a:solidFill>
                <a:effectLst/>
                <a:uFillTx/>
                <a:latin typeface="Consolas"/>
              </a:rPr>
              <a:t>class </a:t>
            </a: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A</a:t>
            </a:r>
            <a:br>
              <a:rPr sz="2800"/>
            </a:b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{ 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581"/>
              </a:spcBef>
              <a:buNone/>
              <a:tabLst>
                <a:tab pos="0" algn="l"/>
              </a:tabLst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   </a:t>
            </a:r>
            <a:r>
              <a:rPr lang="en-US" sz="2800" b="0" u="none" strike="noStrike">
                <a:solidFill>
                  <a:srgbClr val="0000FF"/>
                </a:solidFill>
                <a:effectLst/>
                <a:uFillTx/>
                <a:latin typeface="Consolas"/>
              </a:rPr>
              <a:t>int</a:t>
            </a: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 x;</a:t>
            </a:r>
            <a:br>
              <a:rPr sz="2800"/>
            </a:b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};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581"/>
              </a:spcBef>
              <a:buNone/>
              <a:tabLst>
                <a:tab pos="0" algn="l"/>
              </a:tabLst>
            </a:pP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581"/>
              </a:spcBef>
              <a:buNone/>
              <a:tabLst>
                <a:tab pos="0" algn="l"/>
              </a:tabLst>
            </a:pPr>
            <a:r>
              <a:rPr lang="en-US" sz="2800" b="0" u="none" strike="noStrike">
                <a:solidFill>
                  <a:srgbClr val="0000FF"/>
                </a:solidFill>
                <a:effectLst/>
                <a:uFillTx/>
                <a:latin typeface="Consolas"/>
              </a:rPr>
              <a:t>class </a:t>
            </a: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A</a:t>
            </a:r>
            <a:br>
              <a:rPr sz="2800"/>
            </a:b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{ </a:t>
            </a:r>
            <a:br>
              <a:rPr sz="2800"/>
            </a:b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   </a:t>
            </a:r>
            <a:r>
              <a:rPr lang="en-US" sz="2800" b="0" u="none" strike="noStrike">
                <a:solidFill>
                  <a:srgbClr val="0000FF"/>
                </a:solidFill>
                <a:effectLst/>
                <a:uFillTx/>
                <a:latin typeface="Consolas"/>
              </a:rPr>
              <a:t>private: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581"/>
              </a:spcBef>
              <a:buNone/>
              <a:tabLst>
                <a:tab pos="0" algn="l"/>
              </a:tabLst>
            </a:pPr>
            <a:r>
              <a:rPr lang="en-US" sz="2800" b="0" u="none" strike="noStrike">
                <a:solidFill>
                  <a:srgbClr val="0000FF"/>
                </a:solidFill>
                <a:effectLst/>
                <a:uFillTx/>
                <a:latin typeface="Consolas"/>
              </a:rPr>
              <a:t>   int</a:t>
            </a: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 x;</a:t>
            </a:r>
            <a:br>
              <a:rPr sz="2800"/>
            </a:b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};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581"/>
              </a:spcBef>
              <a:buNone/>
              <a:tabLst>
                <a:tab pos="0" algn="l"/>
              </a:tabLst>
            </a:pP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581"/>
              </a:spcBef>
              <a:buNone/>
              <a:tabLst>
                <a:tab pos="0" algn="l"/>
              </a:tabLst>
            </a:pPr>
            <a:r>
              <a:rPr lang="en-US" sz="2800" b="0" u="none" strike="noStrike">
                <a:solidFill>
                  <a:srgbClr val="0000FF"/>
                </a:solidFill>
                <a:effectLst/>
                <a:uFillTx/>
                <a:latin typeface="Consolas"/>
              </a:rPr>
              <a:t>struct </a:t>
            </a: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A</a:t>
            </a:r>
            <a:br>
              <a:rPr sz="2800"/>
            </a:b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{ </a:t>
            </a:r>
            <a:br>
              <a:rPr sz="2800"/>
            </a:b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   </a:t>
            </a:r>
            <a:r>
              <a:rPr lang="en-US" sz="2800" b="0" u="none" strike="noStrike">
                <a:solidFill>
                  <a:srgbClr val="0000FF"/>
                </a:solidFill>
                <a:effectLst/>
                <a:uFillTx/>
                <a:latin typeface="Consolas"/>
              </a:rPr>
              <a:t>private: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581"/>
              </a:spcBef>
              <a:buNone/>
              <a:tabLst>
                <a:tab pos="0" algn="l"/>
              </a:tabLst>
            </a:pPr>
            <a:r>
              <a:rPr lang="en-US" sz="2800" b="0" u="none" strike="noStrike">
                <a:solidFill>
                  <a:srgbClr val="0000FF"/>
                </a:solidFill>
                <a:effectLst/>
                <a:uFillTx/>
                <a:latin typeface="Consolas"/>
              </a:rPr>
              <a:t>   int</a:t>
            </a: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 x;</a:t>
            </a:r>
            <a:br>
              <a:rPr sz="2800"/>
            </a:b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};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581"/>
              </a:spcBef>
              <a:buNone/>
              <a:tabLst>
                <a:tab pos="0" algn="l"/>
              </a:tabLst>
            </a:pP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581"/>
              </a:spcBef>
              <a:buNone/>
              <a:tabLst>
                <a:tab pos="0" algn="l"/>
              </a:tabLst>
            </a:pP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581"/>
              </a:spcBef>
              <a:buNone/>
              <a:tabLst>
                <a:tab pos="0" algn="l"/>
              </a:tabLst>
            </a:pP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1505880"/>
            <a:ext cx="8229240" cy="1469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en-US" sz="40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Arrangement of Classes in Memory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כותרת משנה 3"/>
          <p:cNvSpPr txBox="1"/>
          <p:nvPr/>
        </p:nvSpPr>
        <p:spPr>
          <a:xfrm>
            <a:off x="1920240" y="4114800"/>
            <a:ext cx="5211720" cy="21031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endParaRPr lang="en-US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16000" indent="-216000"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6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Version 1: Dr. Ofir Pele</a:t>
            </a:r>
          </a:p>
          <a:p>
            <a:pPr marL="216000" indent="-216000"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6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Version 2: Dr. Miri Ben-Nissan</a:t>
            </a:r>
          </a:p>
          <a:p>
            <a:pPr marL="216000" indent="-216000"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6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Version 3: Dr. Erel Segal-Halevi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PlaceHolder 1"/>
          <p:cNvSpPr>
            <a:spLocks noGrp="1"/>
          </p:cNvSpPr>
          <p:nvPr>
            <p:ph type="sldNum" idx="22"/>
          </p:nvPr>
        </p:nvSpPr>
        <p:spPr>
          <a:xfrm>
            <a:off x="0" y="6553080"/>
            <a:ext cx="304560" cy="304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 anchorCtr="1">
            <a:noAutofit/>
          </a:bodyPr>
          <a:lstStyle>
            <a:lvl1pPr indent="0" algn="ctr">
              <a:lnSpc>
                <a:spcPct val="100000"/>
              </a:lnSpc>
              <a:buNone/>
              <a:def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fld id="{F2308BF3-A99F-4CA4-A869-2DFD7AA81C0A}" type="slidenum"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6</a:t>
            </a:fld>
            <a:endParaRPr lang="en-US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4" name="PlaceHolder 2"/>
          <p:cNvSpPr>
            <a:spLocks noGrp="1"/>
          </p:cNvSpPr>
          <p:nvPr>
            <p:ph/>
          </p:nvPr>
        </p:nvSpPr>
        <p:spPr>
          <a:xfrm>
            <a:off x="182880" y="1214640"/>
            <a:ext cx="2743200" cy="3474720"/>
          </a:xfrm>
          <a:prstGeom prst="rect">
            <a:avLst/>
          </a:prstGeom>
          <a:noFill/>
          <a:ln w="0">
            <a:solidFill>
              <a:srgbClr val="3465A4"/>
            </a:solidFill>
          </a:ln>
        </p:spPr>
        <p:txBody>
          <a:bodyPr lIns="90000" tIns="45000" rIns="90000" bIns="45000" anchor="t">
            <a:noAutofit/>
          </a:bodyPr>
          <a:lstStyle/>
          <a:p>
            <a:pPr indent="0">
              <a:lnSpc>
                <a:spcPct val="120000"/>
              </a:lnSpc>
              <a:spcBef>
                <a:spcPts val="581"/>
              </a:spcBef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rgbClr val="0000FF"/>
                </a:solidFill>
                <a:effectLst/>
                <a:uFillTx/>
                <a:latin typeface="Consolas"/>
              </a:rPr>
              <a:t>struct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 Cplx {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20000"/>
              </a:lnSpc>
              <a:spcBef>
                <a:spcPts val="581"/>
              </a:spcBef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 </a:t>
            </a:r>
            <a:r>
              <a:rPr lang="en-US" sz="2400" b="0" u="none" strike="noStrike">
                <a:solidFill>
                  <a:srgbClr val="0000FF"/>
                </a:solidFill>
                <a:effectLst/>
                <a:uFillTx/>
                <a:latin typeface="Consolas"/>
              </a:rPr>
              <a:t>double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 re, im;</a:t>
            </a:r>
            <a:br>
              <a:rPr sz="2400"/>
            </a:b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};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20000"/>
              </a:lnSpc>
              <a:spcBef>
                <a:spcPts val="581"/>
              </a:spcBef>
              <a:buNone/>
              <a:tabLst>
                <a:tab pos="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20000"/>
              </a:lnSpc>
              <a:spcBef>
                <a:spcPts val="581"/>
              </a:spcBef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Cplx sumCplx(</a:t>
            </a:r>
            <a:br>
              <a:rPr sz="2400"/>
            </a:b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Cplx a, Cplx b) {…}</a:t>
            </a:r>
            <a:br>
              <a:rPr sz="2400"/>
            </a:b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75" name="Table 74"/>
          <p:cNvGraphicFramePr/>
          <p:nvPr/>
        </p:nvGraphicFramePr>
        <p:xfrm>
          <a:off x="274320" y="136440"/>
          <a:ext cx="8722800" cy="733680"/>
        </p:xfrm>
        <a:graphic>
          <a:graphicData uri="http://schemas.openxmlformats.org/drawingml/2006/table">
            <a:tbl>
              <a:tblPr/>
              <a:tblGrid>
                <a:gridCol w="2759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69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94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34040">
                <a:tc>
                  <a:txBody>
                    <a:bodyPr/>
                    <a:lstStyle/>
                    <a:p>
                      <a:pPr algn="ctr"/>
                      <a:r>
                        <a:rPr lang="en-US" sz="3200" b="1" u="none" strike="noStrike">
                          <a:solidFill>
                            <a:srgbClr val="CE181E"/>
                          </a:solidFill>
                          <a:effectLst/>
                          <a:uFillTx/>
                          <a:latin typeface="Arial"/>
                        </a:rPr>
                        <a:t>C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B3B3B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u="none" strike="noStrike">
                          <a:solidFill>
                            <a:srgbClr val="990099"/>
                          </a:solidFill>
                          <a:effectLst/>
                          <a:uFillTx/>
                          <a:latin typeface="Arial"/>
                        </a:rPr>
                        <a:t>C++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B3B3B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u="none" strike="noStrike">
                          <a:solidFill>
                            <a:srgbClr val="0000FF"/>
                          </a:solidFill>
                          <a:effectLst/>
                          <a:uFillTx/>
                          <a:latin typeface="Arial"/>
                        </a:rPr>
                        <a:t>Java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B3B3B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6" name="PlaceHolder 3"/>
          <p:cNvSpPr>
            <a:spLocks noGrp="1"/>
          </p:cNvSpPr>
          <p:nvPr>
            <p:ph/>
          </p:nvPr>
        </p:nvSpPr>
        <p:spPr>
          <a:xfrm>
            <a:off x="5852160" y="1188720"/>
            <a:ext cx="3017520" cy="4480560"/>
          </a:xfrm>
          <a:prstGeom prst="rect">
            <a:avLst/>
          </a:prstGeom>
          <a:noFill/>
          <a:ln w="0">
            <a:solidFill>
              <a:srgbClr val="3465A4"/>
            </a:solidFill>
          </a:ln>
        </p:spPr>
        <p:txBody>
          <a:bodyPr lIns="90000" tIns="45000" rIns="90000" bIns="45000" anchor="t">
            <a:noAutofit/>
          </a:bodyPr>
          <a:lstStyle/>
          <a:p>
            <a:pPr indent="0">
              <a:lnSpc>
                <a:spcPct val="120000"/>
              </a:lnSpc>
              <a:spcBef>
                <a:spcPts val="581"/>
              </a:spcBef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rgbClr val="0000FF"/>
                </a:solidFill>
                <a:effectLst/>
                <a:uFillTx/>
                <a:latin typeface="Consolas"/>
              </a:rPr>
              <a:t>class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Cplx {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20000"/>
              </a:lnSpc>
              <a:spcBef>
                <a:spcPts val="581"/>
              </a:spcBef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 </a:t>
            </a:r>
            <a:r>
              <a:rPr lang="en-US" sz="2400" b="0" u="none" strike="noStrike">
                <a:solidFill>
                  <a:srgbClr val="0000FF"/>
                </a:solidFill>
                <a:effectLst/>
                <a:uFillTx/>
                <a:latin typeface="Consolas"/>
              </a:rPr>
              <a:t>private double     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re, im;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20000"/>
              </a:lnSpc>
              <a:spcBef>
                <a:spcPts val="581"/>
              </a:spcBef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 </a:t>
            </a:r>
            <a:r>
              <a:rPr lang="en-US" sz="2400" b="0" u="none" strike="noStrike">
                <a:solidFill>
                  <a:srgbClr val="0000FF"/>
                </a:solidFill>
                <a:effectLst/>
                <a:uFillTx/>
                <a:latin typeface="Consolas"/>
              </a:rPr>
              <a:t>public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Cplx sum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20000"/>
              </a:lnSpc>
              <a:spcBef>
                <a:spcPts val="581"/>
              </a:spcBef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    (Cplx b) {…}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20000"/>
              </a:lnSpc>
              <a:spcBef>
                <a:spcPts val="581"/>
              </a:spcBef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 </a:t>
            </a:r>
            <a:r>
              <a:rPr lang="en-US" sz="2400" b="0" u="none" strike="noStrike">
                <a:solidFill>
                  <a:srgbClr val="0000FF"/>
                </a:solidFill>
                <a:effectLst/>
                <a:uFillTx/>
                <a:latin typeface="Consolas"/>
              </a:rPr>
              <a:t>public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Cplx </a:t>
            </a:r>
            <a:br>
              <a:rPr sz="2400"/>
            </a:b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 (</a:t>
            </a:r>
            <a:r>
              <a:rPr lang="en-US" sz="2400" b="0" u="none" strike="noStrike">
                <a:solidFill>
                  <a:srgbClr val="0000FF"/>
                </a:solidFill>
                <a:effectLst/>
                <a:uFillTx/>
                <a:latin typeface="Consolas"/>
              </a:rPr>
              <a:t>double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re,</a:t>
            </a:r>
            <a:br>
              <a:rPr sz="2400"/>
            </a:b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  </a:t>
            </a:r>
            <a:r>
              <a:rPr lang="en-US" sz="2400" b="0" u="none" strike="noStrike">
                <a:solidFill>
                  <a:srgbClr val="0000FF"/>
                </a:solidFill>
                <a:effectLst/>
                <a:uFillTx/>
                <a:latin typeface="Consolas"/>
              </a:rPr>
              <a:t>double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im) {…}</a:t>
            </a:r>
            <a:br>
              <a:rPr sz="2400"/>
            </a:b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};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PlaceHolder 4"/>
          <p:cNvSpPr>
            <a:spLocks noGrp="1"/>
          </p:cNvSpPr>
          <p:nvPr>
            <p:ph/>
          </p:nvPr>
        </p:nvSpPr>
        <p:spPr>
          <a:xfrm>
            <a:off x="2926080" y="1188720"/>
            <a:ext cx="2926080" cy="5303520"/>
          </a:xfrm>
          <a:prstGeom prst="rect">
            <a:avLst/>
          </a:prstGeom>
          <a:noFill/>
          <a:ln w="0">
            <a:solidFill>
              <a:srgbClr val="3465A4"/>
            </a:solidFill>
          </a:ln>
        </p:spPr>
        <p:txBody>
          <a:bodyPr lIns="90000" tIns="45000" rIns="90000" bIns="45000" anchor="t">
            <a:noAutofit/>
          </a:bodyPr>
          <a:lstStyle/>
          <a:p>
            <a:pPr indent="0">
              <a:lnSpc>
                <a:spcPct val="120000"/>
              </a:lnSpc>
              <a:spcBef>
                <a:spcPts val="581"/>
              </a:spcBef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rgbClr val="0000FF"/>
                </a:solidFill>
                <a:effectLst/>
                <a:uFillTx/>
                <a:latin typeface="Consolas"/>
              </a:rPr>
              <a:t>class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Cplx {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20000"/>
              </a:lnSpc>
              <a:spcBef>
                <a:spcPts val="581"/>
              </a:spcBef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rgbClr val="0000FF"/>
                </a:solidFill>
                <a:effectLst/>
                <a:uFillTx/>
                <a:latin typeface="Consolas"/>
              </a:rPr>
              <a:t>  double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re, im;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20000"/>
              </a:lnSpc>
              <a:spcBef>
                <a:spcPts val="581"/>
              </a:spcBef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rgbClr val="0000FF"/>
                </a:solidFill>
                <a:effectLst/>
                <a:uFillTx/>
                <a:latin typeface="Consolas"/>
              </a:rPr>
              <a:t>public: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20000"/>
              </a:lnSpc>
              <a:spcBef>
                <a:spcPts val="581"/>
              </a:spcBef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rgbClr val="0000FF"/>
                </a:solidFill>
                <a:effectLst/>
                <a:uFillTx/>
                <a:latin typeface="Consolas"/>
              </a:rPr>
              <a:t>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Cplx sum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20000"/>
              </a:lnSpc>
              <a:spcBef>
                <a:spcPts val="581"/>
              </a:spcBef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  (Cplx b) {…}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20000"/>
              </a:lnSpc>
              <a:spcBef>
                <a:spcPts val="581"/>
              </a:spcBef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 Cplx</a:t>
            </a:r>
            <a:br>
              <a:rPr sz="2400"/>
            </a:b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  (</a:t>
            </a:r>
            <a:r>
              <a:rPr lang="en-US" sz="2400" b="0" u="none" strike="noStrike">
                <a:solidFill>
                  <a:srgbClr val="0000FF"/>
                </a:solidFill>
                <a:effectLst/>
                <a:uFillTx/>
                <a:latin typeface="Consolas"/>
              </a:rPr>
              <a:t>double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re,</a:t>
            </a:r>
            <a:br>
              <a:rPr sz="2400"/>
            </a:b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  </a:t>
            </a:r>
            <a:r>
              <a:rPr lang="en-US" sz="2400" b="0" u="none" strike="noStrike">
                <a:solidFill>
                  <a:srgbClr val="0000FF"/>
                </a:solidFill>
                <a:effectLst/>
                <a:uFillTx/>
                <a:latin typeface="Consolas"/>
              </a:rPr>
              <a:t>double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im) {…}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20000"/>
              </a:lnSpc>
              <a:spcBef>
                <a:spcPts val="581"/>
              </a:spcBef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};</a:t>
            </a:r>
            <a:br>
              <a:rPr sz="2400"/>
            </a:b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laceHolder 1"/>
          <p:cNvSpPr>
            <a:spLocks noGrp="1"/>
          </p:cNvSpPr>
          <p:nvPr>
            <p:ph type="sldNum" idx="23"/>
          </p:nvPr>
        </p:nvSpPr>
        <p:spPr>
          <a:xfrm>
            <a:off x="0" y="6553080"/>
            <a:ext cx="304560" cy="304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 anchorCtr="1">
            <a:noAutofit/>
          </a:bodyPr>
          <a:lstStyle>
            <a:lvl1pPr indent="0" algn="ctr">
              <a:lnSpc>
                <a:spcPct val="100000"/>
              </a:lnSpc>
              <a:buNone/>
              <a:def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fld id="{5D33009A-0F45-40E7-8621-6CA3CC617B3D}" type="slidenum"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7</a:t>
            </a:fld>
            <a:endParaRPr lang="en-US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9" name="PlaceHolder 2"/>
          <p:cNvSpPr>
            <a:spLocks noGrp="1"/>
          </p:cNvSpPr>
          <p:nvPr>
            <p:ph/>
          </p:nvPr>
        </p:nvSpPr>
        <p:spPr>
          <a:xfrm>
            <a:off x="182880" y="1214640"/>
            <a:ext cx="2743200" cy="2625840"/>
          </a:xfrm>
          <a:prstGeom prst="rect">
            <a:avLst/>
          </a:prstGeom>
          <a:noFill/>
          <a:ln w="0">
            <a:solidFill>
              <a:srgbClr val="3465A4"/>
            </a:solidFill>
          </a:ln>
        </p:spPr>
        <p:txBody>
          <a:bodyPr lIns="90000" tIns="45000" rIns="90000" bIns="45000" anchor="t">
            <a:noAutofit/>
          </a:bodyPr>
          <a:lstStyle/>
          <a:p>
            <a:pPr indent="0">
              <a:lnSpc>
                <a:spcPct val="120000"/>
              </a:lnSpc>
              <a:spcBef>
                <a:spcPts val="581"/>
              </a:spcBef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rgbClr val="0000FF"/>
                </a:solidFill>
                <a:effectLst/>
                <a:uFillTx/>
                <a:latin typeface="Consolas"/>
              </a:rPr>
              <a:t>int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 main() {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20000"/>
              </a:lnSpc>
              <a:spcBef>
                <a:spcPts val="581"/>
              </a:spcBef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   Cplx a;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20000"/>
              </a:lnSpc>
              <a:spcBef>
                <a:spcPts val="581"/>
              </a:spcBef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   a.re=5;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20000"/>
              </a:lnSpc>
              <a:spcBef>
                <a:spcPts val="581"/>
              </a:spcBef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   a.im=10;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20000"/>
              </a:lnSpc>
              <a:spcBef>
                <a:spcPts val="581"/>
              </a:spcBef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}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80" name="Table 79"/>
          <p:cNvGraphicFramePr/>
          <p:nvPr/>
        </p:nvGraphicFramePr>
        <p:xfrm>
          <a:off x="274320" y="136440"/>
          <a:ext cx="8722800" cy="733680"/>
        </p:xfrm>
        <a:graphic>
          <a:graphicData uri="http://schemas.openxmlformats.org/drawingml/2006/table">
            <a:tbl>
              <a:tblPr/>
              <a:tblGrid>
                <a:gridCol w="2759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69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94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34040">
                <a:tc>
                  <a:txBody>
                    <a:bodyPr/>
                    <a:lstStyle/>
                    <a:p>
                      <a:pPr algn="ctr"/>
                      <a:r>
                        <a:rPr lang="en-US" sz="3200" b="1" u="none" strike="noStrike">
                          <a:solidFill>
                            <a:srgbClr val="CE181E"/>
                          </a:solidFill>
                          <a:effectLst/>
                          <a:uFillTx/>
                          <a:latin typeface="Arial"/>
                        </a:rPr>
                        <a:t>C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B3B3B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u="none" strike="noStrike">
                          <a:solidFill>
                            <a:srgbClr val="990099"/>
                          </a:solidFill>
                          <a:effectLst/>
                          <a:uFillTx/>
                          <a:latin typeface="Arial"/>
                        </a:rPr>
                        <a:t>C++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B3B3B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u="none" strike="noStrike">
                          <a:solidFill>
                            <a:srgbClr val="0000FF"/>
                          </a:solidFill>
                          <a:effectLst/>
                          <a:uFillTx/>
                          <a:latin typeface="Arial"/>
                        </a:rPr>
                        <a:t>Java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B3B3B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5852160" y="1188720"/>
            <a:ext cx="3017520" cy="2468880"/>
          </a:xfrm>
          <a:prstGeom prst="rect">
            <a:avLst/>
          </a:prstGeom>
          <a:noFill/>
          <a:ln w="0">
            <a:solidFill>
              <a:srgbClr val="3465A4"/>
            </a:solidFill>
          </a:ln>
        </p:spPr>
        <p:txBody>
          <a:bodyPr lIns="90000" tIns="45000" rIns="90000" bIns="45000" anchor="t">
            <a:noAutofit/>
          </a:bodyPr>
          <a:lstStyle/>
          <a:p>
            <a:pPr indent="0">
              <a:lnSpc>
                <a:spcPct val="120000"/>
              </a:lnSpc>
              <a:spcBef>
                <a:spcPts val="581"/>
              </a:spcBef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rgbClr val="0000FF"/>
                </a:solidFill>
                <a:effectLst/>
                <a:uFillTx/>
                <a:latin typeface="Consolas"/>
              </a:rPr>
              <a:t>void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 main(…) {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20000"/>
              </a:lnSpc>
              <a:spcBef>
                <a:spcPts val="581"/>
              </a:spcBef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   Cplx a = </a:t>
            </a:r>
            <a:br>
              <a:rPr sz="2400"/>
            </a:b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   </a:t>
            </a:r>
            <a:r>
              <a:rPr lang="en-US" sz="2400" b="0" u="none" strike="noStrike">
                <a:solidFill>
                  <a:srgbClr val="0000FF"/>
                </a:solidFill>
                <a:effectLst/>
                <a:uFillTx/>
                <a:latin typeface="Consolas"/>
              </a:rPr>
              <a:t>new</a:t>
            </a:r>
            <a:br>
              <a:rPr sz="2400"/>
            </a:br>
            <a:r>
              <a:rPr lang="en-US" sz="2400" b="0" u="none" strike="noStrike">
                <a:solidFill>
                  <a:srgbClr val="0000FF"/>
                </a:solidFill>
                <a:effectLst/>
                <a:uFillTx/>
                <a:latin typeface="Consolas"/>
              </a:rPr>
              <a:t>    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Cplx(5,10);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20000"/>
              </a:lnSpc>
              <a:spcBef>
                <a:spcPts val="581"/>
              </a:spcBef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}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PlaceHolder 4"/>
          <p:cNvSpPr>
            <a:spLocks noGrp="1"/>
          </p:cNvSpPr>
          <p:nvPr>
            <p:ph/>
          </p:nvPr>
        </p:nvSpPr>
        <p:spPr>
          <a:xfrm>
            <a:off x="2926080" y="1188720"/>
            <a:ext cx="2926080" cy="1554480"/>
          </a:xfrm>
          <a:prstGeom prst="rect">
            <a:avLst/>
          </a:prstGeom>
          <a:noFill/>
          <a:ln w="0">
            <a:solidFill>
              <a:srgbClr val="3465A4"/>
            </a:solidFill>
          </a:ln>
        </p:spPr>
        <p:txBody>
          <a:bodyPr lIns="90000" tIns="45000" rIns="90000" bIns="45000" anchor="t">
            <a:noAutofit/>
          </a:bodyPr>
          <a:lstStyle/>
          <a:p>
            <a:pPr indent="0">
              <a:lnSpc>
                <a:spcPct val="120000"/>
              </a:lnSpc>
              <a:spcBef>
                <a:spcPts val="581"/>
              </a:spcBef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rgbClr val="0000FF"/>
                </a:solidFill>
                <a:effectLst/>
                <a:uFillTx/>
                <a:latin typeface="Consolas"/>
              </a:rPr>
              <a:t>int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 main() {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20000"/>
              </a:lnSpc>
              <a:spcBef>
                <a:spcPts val="581"/>
              </a:spcBef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   Cplx a(5,10);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20000"/>
              </a:lnSpc>
              <a:spcBef>
                <a:spcPts val="581"/>
              </a:spcBef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}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/>
          </p:cNvSpPr>
          <p:nvPr>
            <p:ph type="sldNum" idx="24"/>
          </p:nvPr>
        </p:nvSpPr>
        <p:spPr>
          <a:xfrm>
            <a:off x="0" y="6553080"/>
            <a:ext cx="304560" cy="304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 anchorCtr="1">
            <a:noAutofit/>
          </a:bodyPr>
          <a:lstStyle>
            <a:lvl1pPr indent="0" algn="ctr">
              <a:lnSpc>
                <a:spcPct val="100000"/>
              </a:lnSpc>
              <a:buNone/>
              <a:def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fld id="{39A6AAB3-9A89-4796-8179-4F932BCEF36E}" type="slidenum"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8</a:t>
            </a:fld>
            <a:endParaRPr lang="en-US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graphicFrame>
        <p:nvGraphicFramePr>
          <p:cNvPr id="84" name="Table 83"/>
          <p:cNvGraphicFramePr/>
          <p:nvPr/>
        </p:nvGraphicFramePr>
        <p:xfrm>
          <a:off x="392040" y="357480"/>
          <a:ext cx="8563680" cy="5768640"/>
        </p:xfrm>
        <a:graphic>
          <a:graphicData uri="http://schemas.openxmlformats.org/drawingml/2006/table">
            <a:tbl>
              <a:tblPr/>
              <a:tblGrid>
                <a:gridCol w="2764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64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35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34120">
                <a:tc>
                  <a:txBody>
                    <a:bodyPr/>
                    <a:lstStyle/>
                    <a:p>
                      <a:pPr algn="ctr"/>
                      <a:endParaRPr lang="en-US" sz="3200" b="1" u="none" strike="noStrike">
                        <a:solidFill>
                          <a:srgbClr val="CE181E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B3B3B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u="none" strike="noStrike">
                          <a:solidFill>
                            <a:srgbClr val="CE181E"/>
                          </a:solidFill>
                          <a:effectLst/>
                          <a:uFillTx/>
                          <a:latin typeface="Arial"/>
                        </a:rPr>
                        <a:t>C, </a:t>
                      </a:r>
                      <a:r>
                        <a:rPr lang="en-US" sz="3200" b="1" u="none" strike="noStrike">
                          <a:solidFill>
                            <a:srgbClr val="990099"/>
                          </a:solidFill>
                          <a:effectLst/>
                          <a:uFillTx/>
                          <a:latin typeface="Arial"/>
                        </a:rPr>
                        <a:t>C++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B3B3B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u="none" strike="noStrike">
                          <a:solidFill>
                            <a:srgbClr val="0000FF"/>
                          </a:solidFill>
                          <a:effectLst/>
                          <a:uFillTx/>
                          <a:latin typeface="Arial"/>
                        </a:rPr>
                        <a:t>Java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B3B3B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66640">
                <a:tc>
                  <a:txBody>
                    <a:bodyPr/>
                    <a:lstStyle/>
                    <a:p>
                      <a:pPr algn="ctr"/>
                      <a:r>
                        <a:rPr lang="en-US" sz="3200" b="1" u="none" strike="noStrike">
                          <a:solidFill>
                            <a:srgbClr val="00CC00"/>
                          </a:solidFill>
                          <a:effectLst/>
                          <a:uFillTx/>
                          <a:latin typeface="Arial"/>
                        </a:rPr>
                        <a:t>Stack:</a:t>
                      </a:r>
                      <a:endParaRPr lang="en-US" sz="3200" b="1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3200" b="1" u="none" strike="noStrike">
                        <a:solidFill>
                          <a:srgbClr val="00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3200" b="1" u="none" strike="noStrike">
                        <a:solidFill>
                          <a:srgbClr val="00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68240">
                <a:tc>
                  <a:txBody>
                    <a:bodyPr/>
                    <a:lstStyle/>
                    <a:p>
                      <a:pPr algn="ctr"/>
                      <a:r>
                        <a:rPr lang="en-US" sz="3200" b="1" u="none" strike="noStrike">
                          <a:solidFill>
                            <a:srgbClr val="00CC00"/>
                          </a:solidFill>
                          <a:effectLst/>
                          <a:uFillTx/>
                          <a:latin typeface="Arial"/>
                        </a:rPr>
                        <a:t>Heap:</a:t>
                      </a:r>
                      <a:endParaRPr lang="en-US" sz="3200" b="1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3200" b="1" u="none" strike="noStrike">
                        <a:solidFill>
                          <a:srgbClr val="00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u="none" strike="noStrike">
                          <a:solidFill>
                            <a:srgbClr val="00FFFF"/>
                          </a:solidFill>
                          <a:effectLst/>
                          <a:uFillTx/>
                          <a:latin typeface="Arial"/>
                        </a:rPr>
                        <a:t>`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85" name="PlaceHolder 2"/>
          <p:cNvSpPr>
            <a:spLocks noGrp="1"/>
          </p:cNvSpPr>
          <p:nvPr>
            <p:ph/>
          </p:nvPr>
        </p:nvSpPr>
        <p:spPr>
          <a:xfrm>
            <a:off x="304560" y="6126480"/>
            <a:ext cx="8595360" cy="457200"/>
          </a:xfrm>
          <a:prstGeom prst="rect">
            <a:avLst/>
          </a:prstGeom>
          <a:noFill/>
          <a:ln w="0">
            <a:solidFill>
              <a:srgbClr val="3465A4"/>
            </a:solidFill>
          </a:ln>
        </p:spPr>
        <p:txBody>
          <a:bodyPr lIns="90000" tIns="45000" rIns="90000" bIns="45000" anchor="t">
            <a:noAutofit/>
          </a:bodyPr>
          <a:lstStyle/>
          <a:p>
            <a:pPr indent="0">
              <a:lnSpc>
                <a:spcPct val="120000"/>
              </a:lnSpc>
              <a:spcBef>
                <a:spcPts val="581"/>
              </a:spcBef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rgbClr val="0000FF"/>
                </a:solidFill>
                <a:effectLst/>
                <a:uFillTx/>
                <a:latin typeface="Consolas"/>
              </a:rPr>
              <a:t>int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main () {  Cplx a, b, c;  };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86" name="Table 85"/>
          <p:cNvGraphicFramePr/>
          <p:nvPr/>
        </p:nvGraphicFramePr>
        <p:xfrm>
          <a:off x="4029120" y="1280520"/>
          <a:ext cx="1386000" cy="2263320"/>
        </p:xfrm>
        <a:graphic>
          <a:graphicData uri="http://schemas.openxmlformats.org/drawingml/2006/table">
            <a:tbl>
              <a:tblPr/>
              <a:tblGrid>
                <a:gridCol w="1386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7280">
                <a:tc>
                  <a:txBody>
                    <a:bodyPr/>
                    <a:lstStyle/>
                    <a:p>
                      <a:pPr algn="ctr"/>
                      <a:r>
                        <a:rPr lang="en-US" sz="2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a.re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7280">
                <a:tc>
                  <a:txBody>
                    <a:bodyPr/>
                    <a:lstStyle/>
                    <a:p>
                      <a:pPr algn="ctr"/>
                      <a:r>
                        <a:rPr lang="en-US" sz="2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a.im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7280">
                <a:tc>
                  <a:txBody>
                    <a:bodyPr/>
                    <a:lstStyle/>
                    <a:p>
                      <a:pPr algn="ctr"/>
                      <a:r>
                        <a:rPr lang="en-US" sz="2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b.re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7280">
                <a:tc>
                  <a:txBody>
                    <a:bodyPr/>
                    <a:lstStyle/>
                    <a:p>
                      <a:pPr algn="ctr"/>
                      <a:r>
                        <a:rPr lang="en-US" sz="2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b.im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7280">
                <a:tc>
                  <a:txBody>
                    <a:bodyPr/>
                    <a:lstStyle/>
                    <a:p>
                      <a:pPr algn="ctr"/>
                      <a:r>
                        <a:rPr lang="en-US" sz="2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c.re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7280">
                <a:tc>
                  <a:txBody>
                    <a:bodyPr/>
                    <a:lstStyle/>
                    <a:p>
                      <a:pPr algn="ctr"/>
                      <a:r>
                        <a:rPr lang="en-US" sz="2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c.im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87" name="Table 86"/>
          <p:cNvGraphicFramePr/>
          <p:nvPr/>
        </p:nvGraphicFramePr>
        <p:xfrm>
          <a:off x="7098480" y="1696320"/>
          <a:ext cx="367200" cy="1132200"/>
        </p:xfrm>
        <a:graphic>
          <a:graphicData uri="http://schemas.openxmlformats.org/drawingml/2006/table">
            <a:tbl>
              <a:tblPr/>
              <a:tblGrid>
                <a:gridCol w="367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7280">
                <a:tc>
                  <a:txBody>
                    <a:bodyPr/>
                    <a:lstStyle/>
                    <a:p>
                      <a:r>
                        <a:rPr lang="en-US" sz="2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a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7280">
                <a:tc>
                  <a:txBody>
                    <a:bodyPr/>
                    <a:lstStyle/>
                    <a:p>
                      <a:r>
                        <a:rPr lang="en-US" sz="2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b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8000">
                <a:tc>
                  <a:txBody>
                    <a:bodyPr/>
                    <a:lstStyle/>
                    <a:p>
                      <a:r>
                        <a:rPr lang="en-US" sz="2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c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88" name="Table 87"/>
          <p:cNvGraphicFramePr/>
          <p:nvPr/>
        </p:nvGraphicFramePr>
        <p:xfrm>
          <a:off x="7530120" y="5282280"/>
          <a:ext cx="730440" cy="754920"/>
        </p:xfrm>
        <a:graphic>
          <a:graphicData uri="http://schemas.openxmlformats.org/drawingml/2006/table">
            <a:tbl>
              <a:tblPr/>
              <a:tblGrid>
                <a:gridCol w="730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7640">
                <a:tc>
                  <a:txBody>
                    <a:bodyPr/>
                    <a:lstStyle/>
                    <a:p>
                      <a:r>
                        <a:rPr lang="en-US" sz="2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a.re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7640">
                <a:tc>
                  <a:txBody>
                    <a:bodyPr/>
                    <a:lstStyle/>
                    <a:p>
                      <a:r>
                        <a:rPr lang="en-US" sz="2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a.im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89" name="Table 88"/>
          <p:cNvGraphicFramePr/>
          <p:nvPr/>
        </p:nvGraphicFramePr>
        <p:xfrm>
          <a:off x="6081840" y="4320000"/>
          <a:ext cx="742320" cy="754920"/>
        </p:xfrm>
        <a:graphic>
          <a:graphicData uri="http://schemas.openxmlformats.org/drawingml/2006/table">
            <a:tbl>
              <a:tblPr/>
              <a:tblGrid>
                <a:gridCol w="742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7640">
                <a:tc>
                  <a:txBody>
                    <a:bodyPr/>
                    <a:lstStyle/>
                    <a:p>
                      <a:r>
                        <a:rPr lang="en-US" sz="2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b.re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7640">
                <a:tc>
                  <a:txBody>
                    <a:bodyPr/>
                    <a:lstStyle/>
                    <a:p>
                      <a:r>
                        <a:rPr lang="en-US" sz="2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b.im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90" name="Table 89"/>
          <p:cNvGraphicFramePr/>
          <p:nvPr/>
        </p:nvGraphicFramePr>
        <p:xfrm>
          <a:off x="6959160" y="3690720"/>
          <a:ext cx="716400" cy="754920"/>
        </p:xfrm>
        <a:graphic>
          <a:graphicData uri="http://schemas.openxmlformats.org/drawingml/2006/table">
            <a:tbl>
              <a:tblPr/>
              <a:tblGrid>
                <a:gridCol w="716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7640">
                <a:tc>
                  <a:txBody>
                    <a:bodyPr/>
                    <a:lstStyle/>
                    <a:p>
                      <a:r>
                        <a:rPr lang="en-US" sz="2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c.re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7640">
                <a:tc>
                  <a:txBody>
                    <a:bodyPr/>
                    <a:lstStyle/>
                    <a:p>
                      <a:r>
                        <a:rPr lang="en-US" sz="2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c.im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91" name="Straight Connector 90"/>
          <p:cNvSpPr/>
          <p:nvPr/>
        </p:nvSpPr>
        <p:spPr>
          <a:xfrm>
            <a:off x="7466040" y="1920240"/>
            <a:ext cx="580680" cy="3371040"/>
          </a:xfrm>
          <a:prstGeom prst="line">
            <a:avLst/>
          </a:prstGeom>
          <a:ln w="0">
            <a:solidFill>
              <a:srgbClr val="3465A4"/>
            </a:solidFill>
            <a:headEnd type="oval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Straight Connector 91"/>
          <p:cNvSpPr/>
          <p:nvPr/>
        </p:nvSpPr>
        <p:spPr>
          <a:xfrm>
            <a:off x="7315200" y="2828520"/>
            <a:ext cx="0" cy="862200"/>
          </a:xfrm>
          <a:prstGeom prst="line">
            <a:avLst/>
          </a:prstGeom>
          <a:ln w="0">
            <a:solidFill>
              <a:srgbClr val="3465A4"/>
            </a:solidFill>
            <a:headEnd type="oval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Straight Connector 92"/>
          <p:cNvSpPr/>
          <p:nvPr/>
        </p:nvSpPr>
        <p:spPr>
          <a:xfrm flipH="1">
            <a:off x="6217920" y="2194560"/>
            <a:ext cx="880560" cy="2103120"/>
          </a:xfrm>
          <a:prstGeom prst="line">
            <a:avLst/>
          </a:prstGeom>
          <a:ln w="0">
            <a:solidFill>
              <a:srgbClr val="3465A4"/>
            </a:solidFill>
            <a:headEnd type="oval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244080" y="457200"/>
            <a:ext cx="8534160" cy="5486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91440" anchor="b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en-US" sz="3200" b="0" u="none" strike="noStrike">
                <a:solidFill>
                  <a:srgbClr val="696464"/>
                </a:solidFill>
                <a:effectLst/>
                <a:uFillTx/>
                <a:latin typeface="Arial"/>
              </a:rPr>
              <a:t>Two ways to implement a method </a:t>
            </a:r>
            <a:r>
              <a:rPr lang="en-US" sz="2400" b="0" i="1" u="none" strike="noStrike">
                <a:solidFill>
                  <a:srgbClr val="696464"/>
                </a:solidFill>
                <a:effectLst/>
                <a:uFillTx/>
                <a:latin typeface="Arial"/>
              </a:rPr>
              <a:t>(folder 1)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ldNum" idx="25"/>
          </p:nvPr>
        </p:nvSpPr>
        <p:spPr>
          <a:xfrm>
            <a:off x="0" y="6553080"/>
            <a:ext cx="304560" cy="304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 anchorCtr="1">
            <a:noAutofit/>
          </a:bodyPr>
          <a:lstStyle>
            <a:lvl1pPr indent="0" algn="ctr">
              <a:lnSpc>
                <a:spcPct val="100000"/>
              </a:lnSpc>
              <a:buNone/>
              <a:def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fld id="{1EA21941-9D54-4C92-94AA-BCCE4C869F89}" type="slidenum"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9</a:t>
            </a:fld>
            <a:endParaRPr lang="en-US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6" name="PlaceHolder 3"/>
          <p:cNvSpPr>
            <a:spLocks noGrp="1"/>
          </p:cNvSpPr>
          <p:nvPr>
            <p:ph/>
          </p:nvPr>
        </p:nvSpPr>
        <p:spPr>
          <a:xfrm>
            <a:off x="244080" y="1127880"/>
            <a:ext cx="8534160" cy="52729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indent="0">
              <a:lnSpc>
                <a:spcPct val="120000"/>
              </a:lnSpc>
              <a:spcBef>
                <a:spcPts val="581"/>
              </a:spcBef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rgbClr val="0000FF"/>
                </a:solidFill>
                <a:effectLst/>
                <a:uFillTx/>
                <a:latin typeface="Consolas"/>
              </a:rPr>
              <a:t>class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Complex {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20000"/>
              </a:lnSpc>
              <a:spcBef>
                <a:spcPts val="581"/>
              </a:spcBef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rgbClr val="0000FF"/>
                </a:solidFill>
                <a:effectLst/>
                <a:uFillTx/>
                <a:latin typeface="Consolas"/>
              </a:rPr>
              <a:t>  double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re, im;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20000"/>
              </a:lnSpc>
              <a:spcBef>
                <a:spcPts val="581"/>
              </a:spcBef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rgbClr val="0000FF"/>
                </a:solidFill>
                <a:effectLst/>
                <a:uFillTx/>
                <a:latin typeface="Consolas"/>
              </a:rPr>
              <a:t>public: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20000"/>
              </a:lnSpc>
              <a:spcBef>
                <a:spcPts val="581"/>
              </a:spcBef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 Complex () { re=0; im=0; }</a:t>
            </a:r>
            <a:r>
              <a:rPr lang="en-US" sz="2400" b="0" u="none" strike="noStrike">
                <a:solidFill>
                  <a:srgbClr val="009933"/>
                </a:solidFill>
                <a:effectLst/>
                <a:uFillTx/>
                <a:latin typeface="Consolas"/>
              </a:rPr>
              <a:t>// inline constructor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20000"/>
              </a:lnSpc>
              <a:spcBef>
                <a:spcPts val="581"/>
              </a:spcBef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 Complex (</a:t>
            </a:r>
            <a:r>
              <a:rPr lang="en-US" sz="2400" b="0" u="none" strike="noStrike">
                <a:solidFill>
                  <a:srgbClr val="0000FF"/>
                </a:solidFill>
                <a:effectLst/>
                <a:uFillTx/>
                <a:latin typeface="Consolas"/>
              </a:rPr>
              <a:t>double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re, </a:t>
            </a:r>
            <a:r>
              <a:rPr lang="en-US" sz="2400" b="0" u="none" strike="noStrike">
                <a:solidFill>
                  <a:srgbClr val="0000FF"/>
                </a:solidFill>
                <a:effectLst/>
                <a:uFillTx/>
                <a:latin typeface="Consolas"/>
              </a:rPr>
              <a:t>double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im);   </a:t>
            </a:r>
            <a:r>
              <a:rPr lang="en-US" sz="2400" b="0" u="none" strike="noStrike">
                <a:solidFill>
                  <a:srgbClr val="009933"/>
                </a:solidFill>
                <a:effectLst/>
                <a:uFillTx/>
                <a:latin typeface="Consolas"/>
              </a:rPr>
              <a:t>// “outline”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20000"/>
              </a:lnSpc>
              <a:spcBef>
                <a:spcPts val="581"/>
              </a:spcBef>
              <a:buNone/>
              <a:tabLst>
                <a:tab pos="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20000"/>
              </a:lnSpc>
              <a:spcBef>
                <a:spcPts val="581"/>
              </a:spcBef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rgbClr val="0000FF"/>
                </a:solidFill>
                <a:effectLst/>
                <a:uFillTx/>
                <a:latin typeface="Consolas"/>
              </a:rPr>
              <a:t>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Complex sum  (Complex b) { </a:t>
            </a:r>
            <a:r>
              <a:rPr lang="en-US" sz="2400" b="0" u="none" strike="noStrike">
                <a:solidFill>
                  <a:srgbClr val="0000FF"/>
                </a:solidFill>
                <a:effectLst/>
                <a:uFillTx/>
                <a:latin typeface="Consolas"/>
              </a:rPr>
              <a:t>return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 Complex(a.re+b.re, a.im+b.im); } </a:t>
            </a:r>
            <a:r>
              <a:rPr lang="en-US" sz="2400" b="0" u="none" strike="noStrike">
                <a:solidFill>
                  <a:srgbClr val="009933"/>
                </a:solidFill>
                <a:effectLst/>
                <a:uFillTx/>
                <a:latin typeface="Consolas"/>
              </a:rPr>
              <a:t>// inline method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20000"/>
              </a:lnSpc>
              <a:spcBef>
                <a:spcPts val="581"/>
              </a:spcBef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rgbClr val="0000FF"/>
                </a:solidFill>
                <a:effectLst/>
                <a:uFillTx/>
                <a:latin typeface="Consolas"/>
              </a:rPr>
              <a:t>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Complex diff (Complex b);      </a:t>
            </a:r>
            <a:r>
              <a:rPr lang="en-US" sz="2400" b="0" u="none" strike="noStrike">
                <a:solidFill>
                  <a:srgbClr val="009933"/>
                </a:solidFill>
                <a:effectLst/>
                <a:uFillTx/>
                <a:latin typeface="Consolas"/>
              </a:rPr>
              <a:t>// “outline”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20000"/>
              </a:lnSpc>
              <a:spcBef>
                <a:spcPts val="581"/>
              </a:spcBef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};</a:t>
            </a:r>
            <a:br>
              <a:rPr sz="2400"/>
            </a:b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PlaceHolder 1"/>
          <p:cNvSpPr>
            <a:spLocks noGrp="1"/>
          </p:cNvSpPr>
          <p:nvPr>
            <p:ph type="title"/>
          </p:nvPr>
        </p:nvSpPr>
        <p:spPr>
          <a:xfrm>
            <a:off x="244080" y="457200"/>
            <a:ext cx="8534160" cy="5486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91440" anchor="b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en-US" sz="3200" b="0" u="none" strike="noStrike">
                <a:solidFill>
                  <a:srgbClr val="696464"/>
                </a:solidFill>
                <a:effectLst/>
                <a:uFillTx/>
                <a:latin typeface="Arial"/>
              </a:rPr>
              <a:t>Implementing methods out-of-line</a:t>
            </a:r>
            <a:r>
              <a:rPr lang="en-US" sz="2000" b="0" u="none" strike="noStrike">
                <a:solidFill>
                  <a:srgbClr val="696464"/>
                </a:solidFill>
                <a:effectLst/>
                <a:uFillTx/>
                <a:latin typeface="Arial"/>
              </a:rPr>
              <a:t> (folder 1)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PlaceHolder 2"/>
          <p:cNvSpPr>
            <a:spLocks noGrp="1"/>
          </p:cNvSpPr>
          <p:nvPr>
            <p:ph type="sldNum" idx="26"/>
          </p:nvPr>
        </p:nvSpPr>
        <p:spPr>
          <a:xfrm>
            <a:off x="0" y="6553080"/>
            <a:ext cx="304560" cy="304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 anchorCtr="1">
            <a:noAutofit/>
          </a:bodyPr>
          <a:lstStyle>
            <a:lvl1pPr indent="0" algn="ctr">
              <a:lnSpc>
                <a:spcPct val="100000"/>
              </a:lnSpc>
              <a:buNone/>
              <a:def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fld id="{69BAB0FC-0FF7-4FB5-B8B0-219018ECA3D6}" type="slidenum"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10</a:t>
            </a:fld>
            <a:endParaRPr lang="en-US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9" name="PlaceHolder 3"/>
          <p:cNvSpPr>
            <a:spLocks noGrp="1"/>
          </p:cNvSpPr>
          <p:nvPr>
            <p:ph/>
          </p:nvPr>
        </p:nvSpPr>
        <p:spPr>
          <a:xfrm>
            <a:off x="244080" y="1127880"/>
            <a:ext cx="8534160" cy="52729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indent="0">
              <a:lnSpc>
                <a:spcPct val="120000"/>
              </a:lnSpc>
              <a:spcBef>
                <a:spcPts val="581"/>
              </a:spcBef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 Complex::Complex (</a:t>
            </a:r>
            <a:r>
              <a:rPr lang="en-US" sz="2400" b="0" u="none" strike="noStrike">
                <a:solidFill>
                  <a:srgbClr val="0000FF"/>
                </a:solidFill>
                <a:effectLst/>
                <a:uFillTx/>
                <a:latin typeface="Consolas"/>
              </a:rPr>
              <a:t>double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re, </a:t>
            </a:r>
            <a:r>
              <a:rPr lang="en-US" sz="2400" b="0" u="none" strike="noStrike">
                <a:solidFill>
                  <a:srgbClr val="0000FF"/>
                </a:solidFill>
                <a:effectLst/>
                <a:uFillTx/>
                <a:latin typeface="Consolas"/>
              </a:rPr>
              <a:t>double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im)  {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20000"/>
              </a:lnSpc>
              <a:spcBef>
                <a:spcPts val="581"/>
              </a:spcBef>
              <a:buNone/>
              <a:tabLst>
                <a:tab pos="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20000"/>
              </a:lnSpc>
              <a:spcBef>
                <a:spcPts val="581"/>
              </a:spcBef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    </a:t>
            </a:r>
            <a:r>
              <a:rPr lang="en-US" sz="2400" b="0" u="none" strike="noStrike">
                <a:solidFill>
                  <a:srgbClr val="0000FF"/>
                </a:solidFill>
                <a:effectLst/>
                <a:uFillTx/>
                <a:latin typeface="Consolas"/>
              </a:rPr>
              <a:t>this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→re</a:t>
            </a:r>
            <a:r>
              <a:rPr lang="en-US" sz="2400" b="0" u="none" strike="noStrike">
                <a:solidFill>
                  <a:srgbClr val="0000FF"/>
                </a:solidFill>
                <a:effectLst/>
                <a:uFillTx/>
                <a:latin typeface="Consolas"/>
              </a:rPr>
              <a:t> =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re;</a:t>
            </a:r>
            <a:r>
              <a:rPr lang="en-US" sz="2400" b="0" u="none" strike="noStrike">
                <a:solidFill>
                  <a:srgbClr val="0000FF"/>
                </a:solidFill>
                <a:effectLst/>
                <a:uFillTx/>
                <a:latin typeface="Consolas"/>
              </a:rPr>
              <a:t> 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20000"/>
              </a:lnSpc>
              <a:spcBef>
                <a:spcPts val="581"/>
              </a:spcBef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    </a:t>
            </a:r>
            <a:r>
              <a:rPr lang="en-US" sz="2400" b="0" u="none" strike="noStrike">
                <a:solidFill>
                  <a:srgbClr val="0000FF"/>
                </a:solidFill>
                <a:effectLst/>
                <a:uFillTx/>
                <a:latin typeface="Consolas"/>
              </a:rPr>
              <a:t>this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→im</a:t>
            </a:r>
            <a:r>
              <a:rPr lang="en-US" sz="2400" b="0" u="none" strike="noStrike">
                <a:solidFill>
                  <a:srgbClr val="0000FF"/>
                </a:solidFill>
                <a:effectLst/>
                <a:uFillTx/>
                <a:latin typeface="Consolas"/>
              </a:rPr>
              <a:t> =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im;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20000"/>
              </a:lnSpc>
              <a:spcBef>
                <a:spcPts val="581"/>
              </a:spcBef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 }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20000"/>
              </a:lnSpc>
              <a:spcBef>
                <a:spcPts val="581"/>
              </a:spcBef>
              <a:buNone/>
              <a:tabLst>
                <a:tab pos="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20000"/>
              </a:lnSpc>
              <a:spcBef>
                <a:spcPts val="581"/>
              </a:spcBef>
              <a:buNone/>
              <a:tabLst>
                <a:tab pos="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20000"/>
              </a:lnSpc>
              <a:spcBef>
                <a:spcPts val="581"/>
              </a:spcBef>
              <a:buNone/>
              <a:tabLst>
                <a:tab pos="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20000"/>
              </a:lnSpc>
              <a:spcBef>
                <a:spcPts val="581"/>
              </a:spcBef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rgbClr val="0000FF"/>
                </a:solidFill>
                <a:effectLst/>
                <a:uFillTx/>
                <a:latin typeface="Consolas"/>
              </a:rPr>
              <a:t>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Complex Complex::diff(Complex b) {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20000"/>
              </a:lnSpc>
              <a:spcBef>
                <a:spcPts val="581"/>
              </a:spcBef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    </a:t>
            </a:r>
            <a:r>
              <a:rPr lang="en-US" sz="2400" b="0" u="none" strike="noStrike">
                <a:solidFill>
                  <a:srgbClr val="0000FF"/>
                </a:solidFill>
                <a:effectLst/>
                <a:uFillTx/>
                <a:latin typeface="Consolas"/>
              </a:rPr>
              <a:t>return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 Complex(a.re-b.re, a.im-b.im);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20000"/>
              </a:lnSpc>
              <a:spcBef>
                <a:spcPts val="581"/>
              </a:spcBef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 }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Line Callout 1 1"/>
          <p:cNvSpPr/>
          <p:nvPr/>
        </p:nvSpPr>
        <p:spPr>
          <a:xfrm>
            <a:off x="3566160" y="2179800"/>
            <a:ext cx="2742840" cy="1294920"/>
          </a:xfrm>
          <a:prstGeom prst="borderCallout1">
            <a:avLst>
              <a:gd name="adj1" fmla="val 18750"/>
              <a:gd name="adj2" fmla="val -8333"/>
              <a:gd name="adj3" fmla="val -48491"/>
              <a:gd name="adj4" fmla="val -58801"/>
            </a:avLst>
          </a:prstGeom>
          <a:solidFill>
            <a:srgbClr val="D34817"/>
          </a:solidFill>
          <a:ln w="12600">
            <a:solidFill>
              <a:srgbClr val="9C351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rtl="1">
              <a:lnSpc>
                <a:spcPct val="100000"/>
              </a:lnSpc>
            </a:pPr>
            <a:r>
              <a:rPr lang="en-US" sz="2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Scope operator</a:t>
            </a:r>
          </a:p>
        </p:txBody>
      </p:sp>
      <p:sp>
        <p:nvSpPr>
          <p:cNvPr id="101" name="Straight Connector 100"/>
          <p:cNvSpPr/>
          <p:nvPr/>
        </p:nvSpPr>
        <p:spPr>
          <a:xfrm flipV="1">
            <a:off x="3474720" y="1554480"/>
            <a:ext cx="0" cy="91440"/>
          </a:xfrm>
          <a:prstGeom prst="line">
            <a:avLst/>
          </a:prstGeom>
          <a:ln w="0"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2" name="TextBox 101"/>
          <p:cNvSpPr txBox="1"/>
          <p:nvPr/>
        </p:nvSpPr>
        <p:spPr>
          <a:xfrm>
            <a:off x="914400" y="3840480"/>
            <a:ext cx="3749040" cy="1280160"/>
          </a:xfrm>
          <a:prstGeom prst="rect">
            <a:avLst/>
          </a:prstGeom>
          <a:solidFill>
            <a:srgbClr val="C5000B"/>
          </a:solidFill>
          <a:ln w="0">
            <a:noFill/>
          </a:ln>
        </p:spPr>
        <p:txBody>
          <a:bodyPr lIns="0" tIns="0" rIns="0" bIns="0" anchor="t">
            <a:normAutofit fontScale="92500" lnSpcReduction="9999"/>
          </a:bodyPr>
          <a:lstStyle/>
          <a:p>
            <a:pPr>
              <a:lnSpc>
                <a:spcPct val="100000"/>
              </a:lnSpc>
              <a:spcBef>
                <a:spcPts val="581"/>
              </a:spcBef>
              <a:tabLst>
                <a:tab pos="0" algn="l"/>
              </a:tabLst>
            </a:pPr>
            <a:r>
              <a:rPr lang="en-US" sz="26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The address of the instance for which the member method was invoked.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Straight Connector 102"/>
          <p:cNvSpPr/>
          <p:nvPr/>
        </p:nvSpPr>
        <p:spPr>
          <a:xfrm flipH="1" flipV="1">
            <a:off x="1371600" y="3108960"/>
            <a:ext cx="1097280" cy="640080"/>
          </a:xfrm>
          <a:prstGeom prst="line">
            <a:avLst/>
          </a:prstGeom>
          <a:ln w="0"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304920" y="274680"/>
            <a:ext cx="7010280" cy="7311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91440" anchor="b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en-US" sz="3200" b="0" u="none" strike="noStrike">
                <a:solidFill>
                  <a:srgbClr val="FF3333"/>
                </a:solidFill>
                <a:effectLst/>
                <a:uFillTx/>
                <a:latin typeface="Arial"/>
              </a:rPr>
              <a:t>What file-names should we use?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PlaceHolder 2"/>
          <p:cNvSpPr>
            <a:spLocks noGrp="1"/>
          </p:cNvSpPr>
          <p:nvPr>
            <p:ph type="sldNum" idx="27"/>
          </p:nvPr>
        </p:nvSpPr>
        <p:spPr>
          <a:xfrm>
            <a:off x="0" y="6553080"/>
            <a:ext cx="304560" cy="304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 anchorCtr="1">
            <a:noAutofit/>
          </a:bodyPr>
          <a:lstStyle>
            <a:lvl1pPr indent="0" algn="ctr">
              <a:lnSpc>
                <a:spcPct val="100000"/>
              </a:lnSpc>
              <a:buNone/>
              <a:def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fld id="{59B6162E-308F-492A-8569-209DAD62D4C4}" type="slidenum"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11</a:t>
            </a:fld>
            <a:endParaRPr lang="en-US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6" name="TextBox 105"/>
          <p:cNvSpPr txBox="1"/>
          <p:nvPr/>
        </p:nvSpPr>
        <p:spPr>
          <a:xfrm>
            <a:off x="365760" y="1371600"/>
            <a:ext cx="8412480" cy="4647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lstStyle/>
          <a:p>
            <a:pPr marL="216000" indent="-216000"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 C++ compiler does not care how your files are called.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16000" indent="-216000"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It is common to put a class declaration in file</a:t>
            </a:r>
            <a:r>
              <a:rPr lang="en-US" sz="32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r>
              <a:rPr lang="en-US" sz="3200" b="0" u="none" strike="noStrike">
                <a:solidFill>
                  <a:srgbClr val="0000FF"/>
                </a:solidFill>
                <a:effectLst/>
                <a:uFillTx/>
                <a:latin typeface="Arial"/>
              </a:rPr>
              <a:t>ClassName.hpp</a:t>
            </a: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(or </a:t>
            </a:r>
            <a:r>
              <a:rPr lang="en-US" sz="3200" b="0" u="none" strike="noStrike">
                <a:solidFill>
                  <a:srgbClr val="0000FF"/>
                </a:solidFill>
                <a:effectLst/>
                <a:uFillTx/>
                <a:latin typeface="Arial"/>
              </a:rPr>
              <a:t>ClassName.h</a:t>
            </a: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)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16000" indent="-216000"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and the class implementation in fil</a:t>
            </a:r>
            <a:r>
              <a:rPr lang="en-US" sz="32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e </a:t>
            </a:r>
            <a:r>
              <a:rPr lang="en-US" sz="3200" b="0" u="none" strike="noStrike">
                <a:solidFill>
                  <a:srgbClr val="009933"/>
                </a:solidFill>
                <a:effectLst/>
                <a:uFillTx/>
                <a:latin typeface="Arial"/>
              </a:rPr>
              <a:t>ClassName.cpp</a:t>
            </a: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16000" indent="-216000"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FF3333"/>
                </a:solidFill>
                <a:effectLst/>
                <a:uFillTx/>
                <a:latin typeface="Arial"/>
              </a:rPr>
              <a:t>Why is it better?</a:t>
            </a: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432000" lvl="1" indent="-216000"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Hiding implementation details.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432000" lvl="1" indent="-216000"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Saving comiplation time – when you have a good </a:t>
            </a:r>
            <a:r>
              <a:rPr lang="en-US" sz="3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Makefile</a:t>
            </a: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en-US" sz="2400" b="0" i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(see folder 2)</a:t>
            </a: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laceHolder 1"/>
          <p:cNvSpPr>
            <a:spLocks noGrp="1"/>
          </p:cNvSpPr>
          <p:nvPr>
            <p:ph type="title"/>
          </p:nvPr>
        </p:nvSpPr>
        <p:spPr>
          <a:xfrm>
            <a:off x="304920" y="274680"/>
            <a:ext cx="8534160" cy="6393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91440" anchor="b">
            <a:normAutofit fontScale="92500" lnSpcReduction="19999"/>
          </a:bodyPr>
          <a:lstStyle/>
          <a:p>
            <a:pPr indent="0">
              <a:lnSpc>
                <a:spcPct val="100000"/>
              </a:lnSpc>
              <a:buNone/>
            </a:pPr>
            <a:r>
              <a:rPr lang="en-US" sz="4000" b="0" u="none" strike="noStrike">
                <a:solidFill>
                  <a:srgbClr val="696464"/>
                </a:solidFill>
                <a:effectLst/>
                <a:uFillTx/>
                <a:latin typeface="Arial"/>
              </a:rPr>
              <a:t>Class Basics – member/static </a:t>
            </a:r>
            <a:r>
              <a:rPr lang="en-US" sz="2200" b="0" i="1" u="none" strike="noStrike">
                <a:solidFill>
                  <a:srgbClr val="696464"/>
                </a:solidFill>
                <a:effectLst/>
                <a:uFillTx/>
                <a:latin typeface="Arial"/>
              </a:rPr>
              <a:t>(folder 3)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PlaceHolder 2"/>
          <p:cNvSpPr>
            <a:spLocks noGrp="1"/>
          </p:cNvSpPr>
          <p:nvPr>
            <p:ph type="sldNum" idx="28"/>
          </p:nvPr>
        </p:nvSpPr>
        <p:spPr>
          <a:xfrm>
            <a:off x="0" y="6553080"/>
            <a:ext cx="304560" cy="304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 anchorCtr="1">
            <a:noAutofit/>
          </a:bodyPr>
          <a:lstStyle>
            <a:lvl1pPr indent="0" algn="ctr">
              <a:lnSpc>
                <a:spcPct val="100000"/>
              </a:lnSpc>
              <a:buNone/>
              <a:def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fld id="{9A958396-8E7E-4B7B-9A24-59A1CF08BD44}" type="slidenum"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12</a:t>
            </a:fld>
            <a:endParaRPr lang="en-US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9" name="PlaceHolder 3"/>
          <p:cNvSpPr>
            <a:spLocks noGrp="1"/>
          </p:cNvSpPr>
          <p:nvPr>
            <p:ph/>
          </p:nvPr>
        </p:nvSpPr>
        <p:spPr>
          <a:xfrm>
            <a:off x="304920" y="914400"/>
            <a:ext cx="8534160" cy="57146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indent="0">
              <a:lnSpc>
                <a:spcPct val="100000"/>
              </a:lnSpc>
              <a:spcBef>
                <a:spcPts val="581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FF"/>
                </a:solidFill>
                <a:effectLst/>
                <a:uFillTx/>
                <a:latin typeface="Consolas"/>
              </a:rPr>
              <a:t>class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 List </a:t>
            </a:r>
            <a:br>
              <a:rPr sz="2000"/>
            </a:b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{ </a:t>
            </a:r>
            <a:br>
              <a:rPr sz="2000"/>
            </a:br>
            <a:r>
              <a:rPr lang="en-US" sz="2000" b="0" u="none" strike="noStrike">
                <a:solidFill>
                  <a:srgbClr val="0000FF"/>
                </a:solidFill>
                <a:effectLst/>
                <a:uFillTx/>
                <a:latin typeface="Consolas"/>
              </a:rPr>
              <a:t>public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: </a:t>
            </a:r>
            <a:br>
              <a:rPr sz="2000"/>
            </a:b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   </a:t>
            </a:r>
            <a:r>
              <a:rPr lang="en-US" sz="2000" b="0" u="none" strike="noStrike">
                <a:solidFill>
                  <a:srgbClr val="0000FF"/>
                </a:solidFill>
                <a:effectLst/>
                <a:uFillTx/>
                <a:latin typeface="Consolas"/>
              </a:rPr>
              <a:t>static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 </a:t>
            </a:r>
            <a:r>
              <a:rPr lang="en-US" sz="2000" b="0" u="none" strike="noStrike">
                <a:solidFill>
                  <a:srgbClr val="0000FF"/>
                </a:solidFill>
                <a:effectLst/>
                <a:uFillTx/>
                <a:latin typeface="Consolas"/>
              </a:rPr>
              <a:t>int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 getMaxSize(); </a:t>
            </a:r>
            <a:br>
              <a:rPr sz="2000"/>
            </a:b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   </a:t>
            </a:r>
            <a:r>
              <a:rPr lang="en-US" sz="2000" b="0" u="none" strike="noStrike">
                <a:solidFill>
                  <a:srgbClr val="0000FF"/>
                </a:solidFill>
                <a:effectLst/>
                <a:uFillTx/>
                <a:latin typeface="Consolas"/>
              </a:rPr>
              <a:t>int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 getSize(); </a:t>
            </a:r>
            <a:br>
              <a:rPr sz="2000"/>
            </a:b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   </a:t>
            </a:r>
            <a:r>
              <a:rPr lang="en-US" sz="2000" b="0" u="none" strike="noStrike">
                <a:solidFill>
                  <a:srgbClr val="0000FF"/>
                </a:solidFill>
                <a:effectLst/>
                <a:uFillTx/>
                <a:latin typeface="Consolas"/>
              </a:rPr>
              <a:t>static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 </a:t>
            </a:r>
            <a:r>
              <a:rPr lang="en-US" sz="2000" b="0" u="none" strike="noStrike">
                <a:solidFill>
                  <a:srgbClr val="0000FF"/>
                </a:solidFill>
                <a:effectLst/>
                <a:uFillTx/>
                <a:latin typeface="Consolas"/>
              </a:rPr>
              <a:t>int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 max_size; //=</a:t>
            </a:r>
            <a:r>
              <a:rPr lang="en-US" sz="2000" b="0" u="none" strike="noStrike">
                <a:solidFill>
                  <a:srgbClr val="800080"/>
                </a:solidFill>
                <a:effectLst/>
                <a:uFillTx/>
                <a:latin typeface="Consolas"/>
              </a:rPr>
              <a:t>1000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; </a:t>
            </a:r>
            <a:r>
              <a:rPr lang="en-US" sz="2000" b="0" u="none" strike="noStrike">
                <a:solidFill>
                  <a:srgbClr val="008000"/>
                </a:solidFill>
                <a:effectLst/>
                <a:uFillTx/>
                <a:latin typeface="Consolas"/>
              </a:rPr>
              <a:t>//error! (declare outside)</a:t>
            </a:r>
            <a:br>
              <a:rPr sz="2000"/>
            </a:br>
            <a:r>
              <a:rPr lang="en-US" sz="2000" b="0" u="none" strike="noStrike">
                <a:solidFill>
                  <a:srgbClr val="008000"/>
                </a:solidFill>
                <a:effectLst/>
                <a:uFillTx/>
                <a:latin typeface="Consolas"/>
              </a:rPr>
              <a:t>   </a:t>
            </a:r>
            <a:r>
              <a:rPr lang="en-US" sz="2000" b="0" u="none" strike="noStrike">
                <a:solidFill>
                  <a:srgbClr val="0000FF"/>
                </a:solidFill>
                <a:effectLst/>
                <a:uFillTx/>
                <a:latin typeface="Consolas"/>
              </a:rPr>
              <a:t>int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 size=</a:t>
            </a:r>
            <a:r>
              <a:rPr lang="en-US" sz="2000" b="0" u="none" strike="noStrike">
                <a:solidFill>
                  <a:srgbClr val="800080"/>
                </a:solidFill>
                <a:effectLst/>
                <a:uFillTx/>
                <a:latin typeface="Consolas"/>
              </a:rPr>
              <a:t>0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; </a:t>
            </a:r>
            <a:br>
              <a:rPr sz="2000"/>
            </a:b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}; 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581"/>
              </a:spcBef>
              <a:buNone/>
              <a:tabLst>
                <a:tab pos="0" algn="l"/>
              </a:tabLst>
            </a:pPr>
            <a:br>
              <a:rPr sz="2000"/>
            </a:br>
            <a:r>
              <a:rPr lang="en-US" sz="2000" b="0" u="none" strike="noStrike">
                <a:solidFill>
                  <a:srgbClr val="0000FF"/>
                </a:solidFill>
                <a:effectLst/>
                <a:uFillTx/>
                <a:latin typeface="Consolas"/>
              </a:rPr>
              <a:t>int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 List::max_size=</a:t>
            </a:r>
            <a:r>
              <a:rPr lang="en-US" sz="2000" b="0" u="none" strike="noStrike">
                <a:solidFill>
                  <a:srgbClr val="800080"/>
                </a:solidFill>
                <a:effectLst/>
                <a:uFillTx/>
                <a:latin typeface="Consolas"/>
              </a:rPr>
              <a:t>1000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; </a:t>
            </a:r>
            <a:r>
              <a:rPr lang="en-US" sz="2000" b="0" u="none" strike="noStrike">
                <a:solidFill>
                  <a:srgbClr val="008000"/>
                </a:solidFill>
                <a:effectLst/>
                <a:uFillTx/>
                <a:latin typeface="Consolas"/>
              </a:rPr>
              <a:t>//ok, in one cpp file </a:t>
            </a:r>
            <a:br>
              <a:rPr sz="2000"/>
            </a:br>
            <a:br>
              <a:rPr sz="2000"/>
            </a:br>
            <a:r>
              <a:rPr lang="en-US" sz="2000" b="0" u="none" strike="noStrike">
                <a:solidFill>
                  <a:srgbClr val="0000FF"/>
                </a:solidFill>
                <a:effectLst/>
                <a:uFillTx/>
                <a:latin typeface="Consolas"/>
              </a:rPr>
              <a:t>int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 main() </a:t>
            </a:r>
            <a:br>
              <a:rPr sz="2000"/>
            </a:b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{ </a:t>
            </a:r>
            <a:br>
              <a:rPr sz="2000"/>
            </a:b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   List l; </a:t>
            </a:r>
            <a:br>
              <a:rPr sz="2000"/>
            </a:b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   l.getSize(); </a:t>
            </a:r>
            <a:br>
              <a:rPr sz="2000"/>
            </a:b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   List::getMaxSize(); </a:t>
            </a:r>
            <a:br>
              <a:rPr sz="2000"/>
            </a:b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   l.getMaxSize(); </a:t>
            </a:r>
            <a:r>
              <a:rPr lang="en-US" sz="2000" b="0" u="none" strike="noStrike">
                <a:solidFill>
                  <a:srgbClr val="008000"/>
                </a:solidFill>
                <a:effectLst/>
                <a:uFillTx/>
                <a:latin typeface="Consolas"/>
              </a:rPr>
              <a:t>//compiles ok, but bad style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 </a:t>
            </a:r>
            <a:br>
              <a:rPr sz="2000"/>
            </a:b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} </a:t>
            </a:r>
            <a:br>
              <a:rPr sz="2000"/>
            </a:b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PlaceHolder 1"/>
          <p:cNvSpPr>
            <a:spLocks noGrp="1"/>
          </p:cNvSpPr>
          <p:nvPr>
            <p:ph type="title"/>
          </p:nvPr>
        </p:nvSpPr>
        <p:spPr>
          <a:xfrm>
            <a:off x="304920" y="274680"/>
            <a:ext cx="8534160" cy="6393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91440" anchor="b">
            <a:normAutofit lnSpcReduction="9999"/>
          </a:bodyPr>
          <a:lstStyle/>
          <a:p>
            <a:pPr indent="0">
              <a:lnSpc>
                <a:spcPct val="100000"/>
              </a:lnSpc>
              <a:buNone/>
            </a:pPr>
            <a:r>
              <a:rPr lang="en-US" sz="3600" b="0" u="none" strike="noStrike">
                <a:solidFill>
                  <a:srgbClr val="0000FF"/>
                </a:solidFill>
                <a:effectLst/>
                <a:uFillTx/>
                <a:latin typeface="Consolas"/>
              </a:rPr>
              <a:t>this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PlaceHolder 2"/>
          <p:cNvSpPr>
            <a:spLocks noGrp="1"/>
          </p:cNvSpPr>
          <p:nvPr>
            <p:ph type="sldNum" idx="29"/>
          </p:nvPr>
        </p:nvSpPr>
        <p:spPr>
          <a:xfrm>
            <a:off x="0" y="6553080"/>
            <a:ext cx="304560" cy="304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 anchorCtr="1">
            <a:noAutofit/>
          </a:bodyPr>
          <a:lstStyle>
            <a:lvl1pPr indent="0" algn="ctr">
              <a:lnSpc>
                <a:spcPct val="100000"/>
              </a:lnSpc>
              <a:buNone/>
              <a:def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fld id="{D41ED3AB-8D6F-4974-A287-BA37791EB2C6}" type="slidenum"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13</a:t>
            </a:fld>
            <a:endParaRPr lang="en-US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2" name="PlaceHolder 3"/>
          <p:cNvSpPr>
            <a:spLocks noGrp="1"/>
          </p:cNvSpPr>
          <p:nvPr>
            <p:ph/>
          </p:nvPr>
        </p:nvSpPr>
        <p:spPr>
          <a:xfrm>
            <a:off x="304920" y="914400"/>
            <a:ext cx="8534160" cy="57146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indent="0">
              <a:lnSpc>
                <a:spcPct val="120000"/>
              </a:lnSpc>
              <a:spcBef>
                <a:spcPts val="581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FF"/>
                </a:solidFill>
                <a:effectLst/>
                <a:uFillTx/>
                <a:latin typeface="Consolas"/>
              </a:rPr>
              <a:t>static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 </a:t>
            </a:r>
            <a:r>
              <a:rPr lang="en-US" sz="2000" b="0" u="none" strike="noStrike">
                <a:solidFill>
                  <a:srgbClr val="0000FF"/>
                </a:solidFill>
                <a:effectLst/>
                <a:uFillTx/>
                <a:latin typeface="Consolas"/>
              </a:rPr>
              <a:t>int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 List::getMaxSize() </a:t>
            </a:r>
            <a:r>
              <a:rPr lang="en-US" sz="2000" b="0" u="none" strike="noStrike">
                <a:solidFill>
                  <a:srgbClr val="008000"/>
                </a:solidFill>
                <a:effectLst/>
                <a:uFillTx/>
                <a:latin typeface="Consolas"/>
              </a:rPr>
              <a:t>//no this! </a:t>
            </a:r>
            <a:br>
              <a:rPr sz="2000"/>
            </a:b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{ </a:t>
            </a:r>
            <a:br>
              <a:rPr sz="2000"/>
            </a:b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   </a:t>
            </a:r>
            <a:r>
              <a:rPr lang="en-US" sz="2000" b="0" u="none" strike="noStrike">
                <a:solidFill>
                  <a:srgbClr val="0000FF"/>
                </a:solidFill>
                <a:effectLst/>
                <a:uFillTx/>
                <a:latin typeface="Consolas"/>
              </a:rPr>
              <a:t>return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 </a:t>
            </a:r>
            <a:r>
              <a:rPr lang="en-US" sz="2000" b="0" u="none" strike="noStrike">
                <a:solidFill>
                  <a:srgbClr val="0000FF"/>
                </a:solidFill>
                <a:effectLst/>
                <a:uFillTx/>
                <a:latin typeface="Consolas"/>
              </a:rPr>
              <a:t>this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-&gt;size; </a:t>
            </a:r>
            <a:r>
              <a:rPr lang="en-US" sz="2000" b="0" u="none" strike="noStrike">
                <a:solidFill>
                  <a:srgbClr val="008000"/>
                </a:solidFill>
                <a:effectLst/>
                <a:uFillTx/>
                <a:latin typeface="Consolas"/>
              </a:rPr>
              <a:t>// compile error! </a:t>
            </a:r>
            <a:br>
              <a:rPr sz="2000"/>
            </a:br>
            <a:r>
              <a:rPr lang="en-US" sz="2000" b="0" u="none" strike="noStrike">
                <a:solidFill>
                  <a:srgbClr val="008000"/>
                </a:solidFill>
                <a:effectLst/>
                <a:uFillTx/>
                <a:latin typeface="Consolas"/>
              </a:rPr>
              <a:t>   </a:t>
            </a:r>
            <a:r>
              <a:rPr lang="en-US" sz="2000" b="0" u="none" strike="noStrike">
                <a:solidFill>
                  <a:srgbClr val="0000FF"/>
                </a:solidFill>
                <a:effectLst/>
                <a:uFillTx/>
                <a:latin typeface="Consolas"/>
              </a:rPr>
              <a:t>return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 max_size; </a:t>
            </a:r>
            <a:r>
              <a:rPr lang="en-US" sz="2000" b="0" u="none" strike="noStrike">
                <a:solidFill>
                  <a:srgbClr val="008000"/>
                </a:solidFill>
                <a:effectLst/>
                <a:uFillTx/>
                <a:latin typeface="Consolas"/>
              </a:rPr>
              <a:t>// ok </a:t>
            </a:r>
            <a:br>
              <a:rPr sz="2000"/>
            </a:b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} </a:t>
            </a:r>
            <a:br>
              <a:rPr sz="2000"/>
            </a:br>
            <a:r>
              <a:rPr lang="en-US" sz="2000" b="0" u="none" strike="noStrike">
                <a:solidFill>
                  <a:srgbClr val="0000FF"/>
                </a:solidFill>
                <a:effectLst/>
                <a:uFillTx/>
                <a:latin typeface="Consolas"/>
              </a:rPr>
              <a:t>int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 List::getSize() </a:t>
            </a:r>
            <a:br>
              <a:rPr sz="2000"/>
            </a:b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{ </a:t>
            </a:r>
            <a:br>
              <a:rPr sz="2000"/>
            </a:b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   </a:t>
            </a:r>
            <a:r>
              <a:rPr lang="en-US" sz="2000" b="0" u="none" strike="noStrike">
                <a:solidFill>
                  <a:srgbClr val="0000FF"/>
                </a:solidFill>
                <a:effectLst/>
                <a:uFillTx/>
                <a:latin typeface="Consolas"/>
              </a:rPr>
              <a:t>return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 </a:t>
            </a:r>
            <a:r>
              <a:rPr lang="en-US" sz="2000" b="0" u="none" strike="noStrike">
                <a:solidFill>
                  <a:srgbClr val="0000FF"/>
                </a:solidFill>
                <a:effectLst/>
                <a:uFillTx/>
                <a:latin typeface="Consolas"/>
              </a:rPr>
              <a:t>this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-&gt;size; </a:t>
            </a:r>
            <a:r>
              <a:rPr lang="en-US" sz="2000" b="0" u="none" strike="noStrike">
                <a:solidFill>
                  <a:srgbClr val="008000"/>
                </a:solidFill>
                <a:effectLst/>
                <a:uFillTx/>
                <a:latin typeface="Consolas"/>
              </a:rPr>
              <a:t>//ok </a:t>
            </a:r>
            <a:br>
              <a:rPr sz="2000"/>
            </a:b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} 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Equity</Template>
  <TotalTime>39943</TotalTime>
  <Words>1092</Words>
  <Application>Microsoft Office PowerPoint</Application>
  <PresentationFormat>On-screen Show (4:3)</PresentationFormat>
  <Paragraphs>185</Paragraphs>
  <Slides>13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1" baseType="lpstr">
      <vt:lpstr>Arial</vt:lpstr>
      <vt:lpstr>Consolas</vt:lpstr>
      <vt:lpstr>StarSymbol</vt:lpstr>
      <vt:lpstr>Symbol</vt:lpstr>
      <vt:lpstr>Times New Roman</vt:lpstr>
      <vt:lpstr>Wingdings</vt:lpstr>
      <vt:lpstr>Wingdings 2</vt:lpstr>
      <vt:lpstr>Office</vt:lpstr>
      <vt:lpstr>Classes in C++</vt:lpstr>
      <vt:lpstr>PowerPoint Presentation</vt:lpstr>
      <vt:lpstr>structs and classes</vt:lpstr>
      <vt:lpstr>structs &amp; classes</vt:lpstr>
      <vt:lpstr>Arrangement of Classes in Memory</vt:lpstr>
      <vt:lpstr>PowerPoint Presentation</vt:lpstr>
      <vt:lpstr>PowerPoint Presentation</vt:lpstr>
      <vt:lpstr>PowerPoint Presentation</vt:lpstr>
      <vt:lpstr>Two ways to implement a method (folder 1)</vt:lpstr>
      <vt:lpstr>Implementing methods out-of-line (folder 1)</vt:lpstr>
      <vt:lpstr>What file-names should we use?</vt:lpstr>
      <vt:lpstr>Class Basics – member/static (folder 3)</vt:lpstr>
      <vt:lpstr>this</vt:lpstr>
    </vt:vector>
  </TitlesOfParts>
  <Company>Institute of Computer Science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Erel Segal-Halevi</dc:creator>
  <cp:lastModifiedBy>Erel Segal-Halevi</cp:lastModifiedBy>
  <cp:revision>1</cp:revision>
  <dcterms:modified xsi:type="dcterms:W3CDTF">2026-03-21T21:44:29Z</dcterms:modified>
</cp:coreProperties>
</file>

<file path=docProps/core0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1999-10-10T10:49:40Z</dcterms:created>
  <dc:creator>zomet</dc:creator>
  <dc:description/>
  <dc:language>en-US</dc:language>
  <cp:lastModifiedBy/>
  <cp:lastPrinted>1999-11-04T13:06:28Z</cp:lastPrinted>
  <dcterms:modified xsi:type="dcterms:W3CDTF">2026-03-21T23:43:46Z</dcterms:modified>
  <cp:revision>1318</cp:revision>
  <dc:subject/>
  <dc:title>History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BackColor">
    <vt:r8>15132390</vt:r8>
  </property>
  <property fmtid="{D5CDD505-2E9C-101B-9397-08002B2CF9AE}" pid="3" name="ButtonType">
    <vt:r8>1</vt:r8>
  </property>
  <property fmtid="{D5CDD505-2E9C-101B-9397-08002B2CF9AE}" pid="4" name="Compression">
    <vt:r8>100</vt:r8>
  </property>
  <property fmtid="{D5CDD505-2E9C-101B-9397-08002B2CF9AE}" pid="5" name="DownloadIEButton">
    <vt:bool>false</vt:bool>
  </property>
  <property fmtid="{D5CDD505-2E9C-101B-9397-08002B2CF9AE}" pid="6" name="DownloadOriginal">
    <vt:bool>true</vt:bool>
  </property>
  <property fmtid="{D5CDD505-2E9C-101B-9397-08002B2CF9AE}" pid="7" name="GraphicType">
    <vt:r8>1</vt:r8>
  </property>
  <property fmtid="{D5CDD505-2E9C-101B-9397-08002B2CF9AE}" pid="8" name="HiddenSlides">
    <vt:r8>0</vt:r8>
  </property>
  <property fmtid="{D5CDD505-2E9C-101B-9397-08002B2CF9AE}" pid="9" name="HomePage">
    <vt:lpwstr>http://www.cs.huji.ac.il/~plab</vt:lpwstr>
  </property>
  <property fmtid="{D5CDD505-2E9C-101B-9397-08002B2CF9AE}" pid="10" name="HyperlinksChanged">
    <vt:bool>false</vt:bool>
  </property>
  <property fmtid="{D5CDD505-2E9C-101B-9397-08002B2CF9AE}" pid="11" name="LinkColor">
    <vt:r8>16711782</vt:r8>
  </property>
  <property fmtid="{D5CDD505-2E9C-101B-9397-08002B2CF9AE}" pid="12" name="LinksUpToDate">
    <vt:bool>false</vt:bool>
  </property>
  <property fmtid="{D5CDD505-2E9C-101B-9397-08002B2CF9AE}" pid="13" name="MMClips">
    <vt:r8>0</vt:r8>
  </property>
  <property fmtid="{D5CDD505-2E9C-101B-9397-08002B2CF9AE}" pid="14" name="MailAddress">
    <vt:lpwstr>plab@cs.huji.ac.il</vt:lpwstr>
  </property>
  <property fmtid="{D5CDD505-2E9C-101B-9397-08002B2CF9AE}" pid="15" name="NavBtnPos">
    <vt:r8>1</vt:r8>
  </property>
  <property fmtid="{D5CDD505-2E9C-101B-9397-08002B2CF9AE}" pid="16" name="Notes">
    <vt:r8>25</vt:r8>
  </property>
  <property fmtid="{D5CDD505-2E9C-101B-9397-08002B2CF9AE}" pid="17" name="Other">
    <vt:lpwstr/>
  </property>
  <property fmtid="{D5CDD505-2E9C-101B-9397-08002B2CF9AE}" pid="18" name="OutputDir">
    <vt:lpwstr>c:\temp</vt:lpwstr>
  </property>
  <property fmtid="{D5CDD505-2E9C-101B-9397-08002B2CF9AE}" pid="19" name="PresentationFormat">
    <vt:lpwstr>On-screen Show (4:3)</vt:lpwstr>
  </property>
  <property fmtid="{D5CDD505-2E9C-101B-9397-08002B2CF9AE}" pid="20" name="ScaleCrop">
    <vt:bool>false</vt:bool>
  </property>
  <property fmtid="{D5CDD505-2E9C-101B-9397-08002B2CF9AE}" pid="21" name="ScreenSize">
    <vt:r8>2</vt:r8>
  </property>
  <property fmtid="{D5CDD505-2E9C-101B-9397-08002B2CF9AE}" pid="22" name="ScreenUsage">
    <vt:r8>1</vt:r8>
  </property>
  <property fmtid="{D5CDD505-2E9C-101B-9397-08002B2CF9AE}" pid="23" name="ShareDoc">
    <vt:bool>false</vt:bool>
  </property>
  <property fmtid="{D5CDD505-2E9C-101B-9397-08002B2CF9AE}" pid="24" name="ShowNotes">
    <vt:bool>false</vt:bool>
  </property>
  <property fmtid="{D5CDD505-2E9C-101B-9397-08002B2CF9AE}" pid="25" name="Slides">
    <vt:r8>56</vt:r8>
  </property>
  <property fmtid="{D5CDD505-2E9C-101B-9397-08002B2CF9AE}" pid="26" name="TemplateType">
    <vt:r8>1</vt:r8>
  </property>
  <property fmtid="{D5CDD505-2E9C-101B-9397-08002B2CF9AE}" pid="27" name="TextColor">
    <vt:r8>0</vt:r8>
  </property>
  <property fmtid="{D5CDD505-2E9C-101B-9397-08002B2CF9AE}" pid="28" name="TransparentButton">
    <vt:r8>0</vt:r8>
  </property>
  <property fmtid="{D5CDD505-2E9C-101B-9397-08002B2CF9AE}" pid="29" name="UseBrowserColor">
    <vt:bool>true</vt:bool>
  </property>
  <property fmtid="{D5CDD505-2E9C-101B-9397-08002B2CF9AE}" pid="30" name="VisitedColor">
    <vt:r8>10040268</vt:r8>
  </property>
</Properties>
</file>